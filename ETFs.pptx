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2" r:id="rId5"/>
    <p:sldId id="310" r:id="rId6"/>
    <p:sldId id="316" r:id="rId7"/>
    <p:sldId id="311" r:id="rId8"/>
    <p:sldId id="312" r:id="rId9"/>
    <p:sldId id="313" r:id="rId10"/>
    <p:sldId id="314" r:id="rId11"/>
    <p:sldId id="315" r:id="rId12"/>
    <p:sldId id="31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rningstar.com/help-center/screener" TargetMode="External"/><Relationship Id="rId2" Type="http://schemas.openxmlformats.org/officeDocument/2006/relationships/hyperlink" Target="https://www.finra.org/investors/tools-and-calculators/using-finra-fund-analyzer" TargetMode="External"/><Relationship Id="rId1" Type="http://schemas.openxmlformats.org/officeDocument/2006/relationships/hyperlink" Target="https://www.investor.gov/introduction-investing/investing-basics/investment-products/mutual-funds-and-exchange-traded-2" TargetMode="External"/><Relationship Id="rId5" Type="http://schemas.openxmlformats.org/officeDocument/2006/relationships/hyperlink" Target="https://www.investopedia.com/etfs-4427784" TargetMode="External"/><Relationship Id="rId4" Type="http://schemas.openxmlformats.org/officeDocument/2006/relationships/hyperlink" Target="https://www.etf.com/sections/etf-basics/best-etf-screener-research-analysis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rningstar.com/help-center/screener" TargetMode="External"/><Relationship Id="rId2" Type="http://schemas.openxmlformats.org/officeDocument/2006/relationships/hyperlink" Target="https://www.finra.org/investors/tools-and-calculators/using-finra-fund-analyzer" TargetMode="External"/><Relationship Id="rId1" Type="http://schemas.openxmlformats.org/officeDocument/2006/relationships/hyperlink" Target="https://www.investor.gov/introduction-investing/investing-basics/investment-products/mutual-funds-and-exchange-traded-2" TargetMode="External"/><Relationship Id="rId5" Type="http://schemas.openxmlformats.org/officeDocument/2006/relationships/hyperlink" Target="https://www.investopedia.com/etfs-4427784" TargetMode="External"/><Relationship Id="rId4" Type="http://schemas.openxmlformats.org/officeDocument/2006/relationships/hyperlink" Target="https://www.etf.com/sections/etf-basics/best-etf-screener-research-analysis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03A68D-E3B2-476A-9C46-813443B2F5B7}" type="doc">
      <dgm:prSet loTypeId="urn:microsoft.com/office/officeart/2024/layout/NumberedLinearArrowProcess#2" loCatId="process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7EA49C1-AB3D-4A96-9F3E-D81AFB195FC1}">
      <dgm:prSet phldrT="[Text]"/>
      <dgm:spPr/>
      <dgm:t>
        <a:bodyPr/>
        <a:lstStyle/>
        <a:p>
          <a:r>
            <a:rPr lang="en-US" dirty="0"/>
            <a:t>Open a brokerage account</a:t>
          </a:r>
        </a:p>
      </dgm:t>
    </dgm:pt>
    <dgm:pt modelId="{3A7CD8C9-CB21-46C4-80EB-980D945B903A}" type="parTrans" cxnId="{7117A8B4-6A33-449C-A24F-F5998836F515}">
      <dgm:prSet/>
      <dgm:spPr/>
      <dgm:t>
        <a:bodyPr/>
        <a:lstStyle/>
        <a:p>
          <a:endParaRPr lang="en-US"/>
        </a:p>
      </dgm:t>
    </dgm:pt>
    <dgm:pt modelId="{66808D7A-0C0D-4AA8-8F4F-CE6D523FE794}" type="sibTrans" cxnId="{7117A8B4-6A33-449C-A24F-F5998836F515}">
      <dgm:prSet phldrT="1" phldr="0"/>
      <dgm:spPr/>
      <dgm:t>
        <a:bodyPr/>
        <a:lstStyle/>
        <a:p>
          <a:r>
            <a:t>1</a:t>
          </a:r>
        </a:p>
      </dgm:t>
    </dgm:pt>
    <dgm:pt modelId="{99DE65E7-A8D4-4D6D-838A-C3518B9DCA51}">
      <dgm:prSet phldrT="[Text]"/>
      <dgm:spPr/>
      <dgm:t>
        <a:bodyPr/>
        <a:lstStyle/>
        <a:p>
          <a:pPr>
            <a:buNone/>
          </a:pPr>
          <a:r>
            <a:rPr lang="en-US" dirty="0"/>
            <a:t>Deposit Money</a:t>
          </a:r>
        </a:p>
      </dgm:t>
    </dgm:pt>
    <dgm:pt modelId="{E21B89D9-AAC4-4A29-9836-19B6D127AC9A}" type="parTrans" cxnId="{273CF633-6DCC-44C6-8481-4379EB3E79FB}">
      <dgm:prSet/>
      <dgm:spPr/>
      <dgm:t>
        <a:bodyPr/>
        <a:lstStyle/>
        <a:p>
          <a:endParaRPr lang="en-US"/>
        </a:p>
      </dgm:t>
    </dgm:pt>
    <dgm:pt modelId="{F3C2493F-D0C7-4B75-8330-B2D2B1DB0E82}" type="sibTrans" cxnId="{273CF633-6DCC-44C6-8481-4379EB3E79FB}">
      <dgm:prSet phldrT="2" phldr="0"/>
      <dgm:spPr/>
      <dgm:t>
        <a:bodyPr/>
        <a:lstStyle/>
        <a:p>
          <a:r>
            <a:t>2</a:t>
          </a:r>
        </a:p>
      </dgm:t>
    </dgm:pt>
    <dgm:pt modelId="{2A9824FA-7FFC-4ED4-B3F8-51FB531F97B2}">
      <dgm:prSet phldrT="[Text]"/>
      <dgm:spPr/>
      <dgm:t>
        <a:bodyPr/>
        <a:lstStyle/>
        <a:p>
          <a:r>
            <a:rPr lang="en-US" dirty="0"/>
            <a:t>Research ETFs</a:t>
          </a:r>
        </a:p>
      </dgm:t>
    </dgm:pt>
    <dgm:pt modelId="{F053CAB6-82EE-4FD3-AB97-E6F1C504C502}" type="parTrans" cxnId="{69DC8117-AC5A-4B99-A9F2-6452653695BB}">
      <dgm:prSet/>
      <dgm:spPr/>
      <dgm:t>
        <a:bodyPr/>
        <a:lstStyle/>
        <a:p>
          <a:endParaRPr lang="en-US"/>
        </a:p>
      </dgm:t>
    </dgm:pt>
    <dgm:pt modelId="{78270210-22E6-40AE-849A-F78210380051}" type="sibTrans" cxnId="{69DC8117-AC5A-4B99-A9F2-6452653695B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7C0C88A-8885-4558-9177-6CE6BBCD32D0}">
      <dgm:prSet phldrT="[Text]"/>
      <dgm:spPr/>
      <dgm:t>
        <a:bodyPr/>
        <a:lstStyle/>
        <a:p>
          <a:r>
            <a:rPr lang="en-US" dirty="0"/>
            <a:t>Choose an ETF</a:t>
          </a:r>
        </a:p>
      </dgm:t>
    </dgm:pt>
    <dgm:pt modelId="{8F04B09C-1EE0-4459-B4F5-C0C028607B62}" type="parTrans" cxnId="{68D819DC-05D1-4BCA-930E-7AC51F8A0AA8}">
      <dgm:prSet/>
      <dgm:spPr/>
      <dgm:t>
        <a:bodyPr/>
        <a:lstStyle/>
        <a:p>
          <a:endParaRPr lang="en-US"/>
        </a:p>
      </dgm:t>
    </dgm:pt>
    <dgm:pt modelId="{E27F7C9A-3AC0-4A10-9116-1F2DA8CDF8B4}" type="sibTrans" cxnId="{68D819DC-05D1-4BCA-930E-7AC51F8A0AA8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BD2E908C-1A6A-476E-BA9F-E226B877CCF7}">
      <dgm:prSet phldrT="[Text]"/>
      <dgm:spPr/>
      <dgm:t>
        <a:bodyPr/>
        <a:lstStyle/>
        <a:p>
          <a:r>
            <a:rPr lang="en-US" dirty="0"/>
            <a:t>Buy Shares</a:t>
          </a:r>
        </a:p>
      </dgm:t>
    </dgm:pt>
    <dgm:pt modelId="{DEBA37C3-1619-41C4-85FB-35D022C9A39C}" type="parTrans" cxnId="{CF83685A-4B4E-4038-AB8F-7D09CE8DCCB7}">
      <dgm:prSet/>
      <dgm:spPr/>
      <dgm:t>
        <a:bodyPr/>
        <a:lstStyle/>
        <a:p>
          <a:endParaRPr lang="en-US"/>
        </a:p>
      </dgm:t>
    </dgm:pt>
    <dgm:pt modelId="{22CD24F1-163B-4CDD-81F0-81D14BEA9341}" type="sibTrans" cxnId="{CF83685A-4B4E-4038-AB8F-7D09CE8DCCB7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C344C645-CC69-44B3-8B7A-ABE4E763C0E4}">
      <dgm:prSet phldrT="[Text]"/>
      <dgm:spPr/>
      <dgm:t>
        <a:bodyPr/>
        <a:lstStyle/>
        <a:p>
          <a:r>
            <a:rPr lang="en-US" dirty="0"/>
            <a:t>Monitor Your Investment</a:t>
          </a:r>
        </a:p>
      </dgm:t>
    </dgm:pt>
    <dgm:pt modelId="{5A4A3D63-773E-47C5-8B5E-50C3D5F97535}" type="parTrans" cxnId="{FA115187-839D-4053-BDAD-8230978EE602}">
      <dgm:prSet/>
      <dgm:spPr/>
      <dgm:t>
        <a:bodyPr/>
        <a:lstStyle/>
        <a:p>
          <a:endParaRPr lang="en-US"/>
        </a:p>
      </dgm:t>
    </dgm:pt>
    <dgm:pt modelId="{D7FB6A6C-E31A-4F7C-959A-B7D16CEDF01F}" type="sibTrans" cxnId="{FA115187-839D-4053-BDAD-8230978EE602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898616DC-7321-4536-A5E2-7FFEC7341F87}" type="pres">
      <dgm:prSet presAssocID="{7403A68D-E3B2-476A-9C46-813443B2F5B7}" presName="linearFlow" presStyleCnt="0">
        <dgm:presLayoutVars>
          <dgm:dir/>
          <dgm:animLvl val="lvl"/>
          <dgm:resizeHandles val="exact"/>
        </dgm:presLayoutVars>
      </dgm:prSet>
      <dgm:spPr/>
    </dgm:pt>
    <dgm:pt modelId="{C63EE9FF-D6E7-407A-95E7-A558D11A5869}" type="pres">
      <dgm:prSet presAssocID="{17EA49C1-AB3D-4A96-9F3E-D81AFB195FC1}" presName="compositeNode" presStyleCnt="0"/>
      <dgm:spPr/>
    </dgm:pt>
    <dgm:pt modelId="{36C4743E-BDAD-48BC-99CE-54B2987FE138}" type="pres">
      <dgm:prSet presAssocID="{17EA49C1-AB3D-4A96-9F3E-D81AFB195FC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1BAA1C7-1229-4218-9A54-4013B2795E31}" type="pres">
      <dgm:prSet presAssocID="{17EA49C1-AB3D-4A96-9F3E-D81AFB195FC1}" presName="parSh" presStyleCnt="0"/>
      <dgm:spPr/>
    </dgm:pt>
    <dgm:pt modelId="{3D68B8F8-B7D6-4F39-873A-68851760A6F6}" type="pres">
      <dgm:prSet presAssocID="{17EA49C1-AB3D-4A96-9F3E-D81AFB195FC1}" presName="lineNode" presStyleLbl="alignNode1" presStyleIdx="0" presStyleCnt="18"/>
      <dgm:spPr/>
    </dgm:pt>
    <dgm:pt modelId="{C38E79D5-2A31-45B3-BDE4-AC3A9BAB81B7}" type="pres">
      <dgm:prSet presAssocID="{17EA49C1-AB3D-4A96-9F3E-D81AFB195FC1}" presName="lineArrowNode" presStyleLbl="alignNode1" presStyleIdx="1" presStyleCnt="18"/>
      <dgm:spPr/>
    </dgm:pt>
    <dgm:pt modelId="{9518A43D-B7FD-4A7E-9A82-29B1BD006277}" type="pres">
      <dgm:prSet presAssocID="{66808D7A-0C0D-4AA8-8F4F-CE6D523FE794}" presName="sibTransNodeCircle" presStyleLbl="alignNode1" presStyleIdx="2" presStyleCnt="18">
        <dgm:presLayoutVars>
          <dgm:chMax val="0"/>
          <dgm:bulletEnabled/>
        </dgm:presLayoutVars>
      </dgm:prSet>
      <dgm:spPr/>
    </dgm:pt>
    <dgm:pt modelId="{67D21470-0FA3-4E5B-B64B-0AB9D357EB6E}" type="pres">
      <dgm:prSet presAssocID="{66808D7A-0C0D-4AA8-8F4F-CE6D523FE794}" presName="spacerBetweenCircleAndCallout" presStyleCnt="0">
        <dgm:presLayoutVars/>
      </dgm:prSet>
      <dgm:spPr/>
    </dgm:pt>
    <dgm:pt modelId="{ADD4F196-ABA8-47BA-8F86-5EA4996B1A3B}" type="pres">
      <dgm:prSet presAssocID="{66808D7A-0C0D-4AA8-8F4F-CE6D523FE794}" presName="verticalConnector" presStyleLbl="alignAccFollowNode1" presStyleIdx="0" presStyleCnt="6"/>
      <dgm:spPr/>
    </dgm:pt>
    <dgm:pt modelId="{3983EBD0-B4A4-4336-BB8A-115CAD867D46}" type="pres">
      <dgm:prSet presAssocID="{17EA49C1-AB3D-4A96-9F3E-D81AFB195FC1}" presName="nodeText" presStyleLbl="fgAcc1" presStyleIdx="0" presStyleCnt="6">
        <dgm:presLayoutVars>
          <dgm:bulletEnabled val="1"/>
        </dgm:presLayoutVars>
      </dgm:prSet>
      <dgm:spPr/>
    </dgm:pt>
    <dgm:pt modelId="{5823E9B4-B97C-4ED7-ACCF-208FC9A8754A}" type="pres">
      <dgm:prSet presAssocID="{66808D7A-0C0D-4AA8-8F4F-CE6D523FE794}" presName="sibTransComposite" presStyleCnt="0"/>
      <dgm:spPr/>
    </dgm:pt>
    <dgm:pt modelId="{02F87BC3-4740-4B0D-987E-B233480CF32D}" type="pres">
      <dgm:prSet presAssocID="{99DE65E7-A8D4-4D6D-838A-C3518B9DCA51}" presName="compositeNode" presStyleCnt="0"/>
      <dgm:spPr/>
    </dgm:pt>
    <dgm:pt modelId="{4FA3C19D-A110-4A2F-B38C-8B36CE84985C}" type="pres">
      <dgm:prSet presAssocID="{99DE65E7-A8D4-4D6D-838A-C3518B9DCA5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1F69070-5B1D-4FB4-878C-BB828EE12B61}" type="pres">
      <dgm:prSet presAssocID="{99DE65E7-A8D4-4D6D-838A-C3518B9DCA51}" presName="parSh" presStyleCnt="0"/>
      <dgm:spPr/>
    </dgm:pt>
    <dgm:pt modelId="{EDC1B7B3-0E81-4B3D-92CD-D49AA180654E}" type="pres">
      <dgm:prSet presAssocID="{99DE65E7-A8D4-4D6D-838A-C3518B9DCA51}" presName="lineNode" presStyleLbl="alignNode1" presStyleIdx="3" presStyleCnt="18"/>
      <dgm:spPr/>
    </dgm:pt>
    <dgm:pt modelId="{98A1B644-8EE1-479E-838E-B51A84DBC16D}" type="pres">
      <dgm:prSet presAssocID="{99DE65E7-A8D4-4D6D-838A-C3518B9DCA51}" presName="lineArrowNode" presStyleLbl="alignNode1" presStyleIdx="4" presStyleCnt="18"/>
      <dgm:spPr/>
    </dgm:pt>
    <dgm:pt modelId="{FE280FA9-3ABA-42A9-8255-583AF2F36AF1}" type="pres">
      <dgm:prSet presAssocID="{F3C2493F-D0C7-4B75-8330-B2D2B1DB0E82}" presName="sibTransNodeCircle" presStyleLbl="alignNode1" presStyleIdx="5" presStyleCnt="18">
        <dgm:presLayoutVars>
          <dgm:chMax val="0"/>
          <dgm:bulletEnabled/>
        </dgm:presLayoutVars>
      </dgm:prSet>
      <dgm:spPr/>
    </dgm:pt>
    <dgm:pt modelId="{90834CDE-26AD-451C-87AD-3B891F92DEAD}" type="pres">
      <dgm:prSet presAssocID="{F3C2493F-D0C7-4B75-8330-B2D2B1DB0E82}" presName="spacerBetweenCircleAndCallout" presStyleCnt="0">
        <dgm:presLayoutVars/>
      </dgm:prSet>
      <dgm:spPr/>
    </dgm:pt>
    <dgm:pt modelId="{4A5EAE37-FE7F-4DB9-98B2-6DEF54EE94D9}" type="pres">
      <dgm:prSet presAssocID="{F3C2493F-D0C7-4B75-8330-B2D2B1DB0E82}" presName="verticalConnector" presStyleLbl="alignAccFollowNode1" presStyleIdx="1" presStyleCnt="6"/>
      <dgm:spPr/>
    </dgm:pt>
    <dgm:pt modelId="{25D438F4-7A47-461B-BE18-73D471458D32}" type="pres">
      <dgm:prSet presAssocID="{99DE65E7-A8D4-4D6D-838A-C3518B9DCA51}" presName="nodeText" presStyleLbl="fgAcc1" presStyleIdx="1" presStyleCnt="6">
        <dgm:presLayoutVars>
          <dgm:bulletEnabled val="1"/>
        </dgm:presLayoutVars>
      </dgm:prSet>
      <dgm:spPr/>
    </dgm:pt>
    <dgm:pt modelId="{57327C82-7D54-4073-BF83-7E7FD8FE3136}" type="pres">
      <dgm:prSet presAssocID="{F3C2493F-D0C7-4B75-8330-B2D2B1DB0E82}" presName="sibTransComposite" presStyleCnt="0"/>
      <dgm:spPr/>
    </dgm:pt>
    <dgm:pt modelId="{4620F95D-D7D0-471D-A7CA-FFBA2F27AB54}" type="pres">
      <dgm:prSet presAssocID="{2A9824FA-7FFC-4ED4-B3F8-51FB531F97B2}" presName="compositeNode" presStyleCnt="0"/>
      <dgm:spPr/>
    </dgm:pt>
    <dgm:pt modelId="{91FD9AF6-12EB-4CE7-B0C3-7BD462FBC63C}" type="pres">
      <dgm:prSet presAssocID="{2A9824FA-7FFC-4ED4-B3F8-51FB531F97B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0EA4386-72B8-4634-BF80-9F95E56F157C}" type="pres">
      <dgm:prSet presAssocID="{2A9824FA-7FFC-4ED4-B3F8-51FB531F97B2}" presName="parSh" presStyleCnt="0"/>
      <dgm:spPr/>
    </dgm:pt>
    <dgm:pt modelId="{289293C0-6986-4A9B-8B66-A4CFBA15391D}" type="pres">
      <dgm:prSet presAssocID="{2A9824FA-7FFC-4ED4-B3F8-51FB531F97B2}" presName="lineNode" presStyleLbl="alignNode1" presStyleIdx="6" presStyleCnt="18"/>
      <dgm:spPr/>
    </dgm:pt>
    <dgm:pt modelId="{C881DBF9-595D-4E3E-9E8D-6AB1F6E9C27B}" type="pres">
      <dgm:prSet presAssocID="{2A9824FA-7FFC-4ED4-B3F8-51FB531F97B2}" presName="lineArrowNode" presStyleLbl="alignNode1" presStyleIdx="7" presStyleCnt="18"/>
      <dgm:spPr/>
    </dgm:pt>
    <dgm:pt modelId="{FE0DBB90-4306-4FE1-B73B-DE27EC8B3C7C}" type="pres">
      <dgm:prSet presAssocID="{78270210-22E6-40AE-849A-F78210380051}" presName="sibTransNodeCircle" presStyleLbl="alignNode1" presStyleIdx="8" presStyleCnt="18">
        <dgm:presLayoutVars>
          <dgm:chMax val="0"/>
          <dgm:bulletEnabled/>
        </dgm:presLayoutVars>
      </dgm:prSet>
      <dgm:spPr/>
    </dgm:pt>
    <dgm:pt modelId="{8836F9D8-8AEE-4EAB-8BEE-C0019A4F6640}" type="pres">
      <dgm:prSet presAssocID="{78270210-22E6-40AE-849A-F78210380051}" presName="spacerBetweenCircleAndCallout" presStyleCnt="0">
        <dgm:presLayoutVars/>
      </dgm:prSet>
      <dgm:spPr/>
    </dgm:pt>
    <dgm:pt modelId="{79422374-792F-485D-B43E-A07B4A9069B1}" type="pres">
      <dgm:prSet presAssocID="{78270210-22E6-40AE-849A-F78210380051}" presName="verticalConnector" presStyleLbl="alignAccFollowNode1" presStyleIdx="2" presStyleCnt="6"/>
      <dgm:spPr/>
    </dgm:pt>
    <dgm:pt modelId="{8583A1C6-CE98-4BA7-B4CD-83A001B8CC37}" type="pres">
      <dgm:prSet presAssocID="{2A9824FA-7FFC-4ED4-B3F8-51FB531F97B2}" presName="nodeText" presStyleLbl="fgAcc1" presStyleIdx="2" presStyleCnt="6">
        <dgm:presLayoutVars>
          <dgm:bulletEnabled val="1"/>
        </dgm:presLayoutVars>
      </dgm:prSet>
      <dgm:spPr/>
    </dgm:pt>
    <dgm:pt modelId="{6AB549F8-4B70-4E95-BBC9-320FD344055B}" type="pres">
      <dgm:prSet presAssocID="{78270210-22E6-40AE-849A-F78210380051}" presName="sibTransComposite" presStyleCnt="0"/>
      <dgm:spPr/>
    </dgm:pt>
    <dgm:pt modelId="{72F21A8C-6D1A-4922-A814-732B0FBCD6CC}" type="pres">
      <dgm:prSet presAssocID="{E7C0C88A-8885-4558-9177-6CE6BBCD32D0}" presName="compositeNode" presStyleCnt="0"/>
      <dgm:spPr/>
    </dgm:pt>
    <dgm:pt modelId="{FC595891-A881-44E0-A9DB-AF0F02A7C035}" type="pres">
      <dgm:prSet presAssocID="{E7C0C88A-8885-4558-9177-6CE6BBCD32D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90AD3B3-1401-4CDD-8638-CF72720341C5}" type="pres">
      <dgm:prSet presAssocID="{E7C0C88A-8885-4558-9177-6CE6BBCD32D0}" presName="parSh" presStyleCnt="0"/>
      <dgm:spPr/>
    </dgm:pt>
    <dgm:pt modelId="{ED047CF4-C70F-4024-996D-6F84175428AF}" type="pres">
      <dgm:prSet presAssocID="{E7C0C88A-8885-4558-9177-6CE6BBCD32D0}" presName="lineNode" presStyleLbl="alignNode1" presStyleIdx="9" presStyleCnt="18"/>
      <dgm:spPr/>
    </dgm:pt>
    <dgm:pt modelId="{8B0B1EC0-9534-41F6-B61B-B7B0FBE8B247}" type="pres">
      <dgm:prSet presAssocID="{E7C0C88A-8885-4558-9177-6CE6BBCD32D0}" presName="lineArrowNode" presStyleLbl="alignNode1" presStyleIdx="10" presStyleCnt="18"/>
      <dgm:spPr/>
    </dgm:pt>
    <dgm:pt modelId="{9436DFF2-637B-46DC-ABEB-8BFDA377129F}" type="pres">
      <dgm:prSet presAssocID="{E27F7C9A-3AC0-4A10-9116-1F2DA8CDF8B4}" presName="sibTransNodeCircle" presStyleLbl="alignNode1" presStyleIdx="11" presStyleCnt="18">
        <dgm:presLayoutVars>
          <dgm:chMax val="0"/>
          <dgm:bulletEnabled/>
        </dgm:presLayoutVars>
      </dgm:prSet>
      <dgm:spPr/>
    </dgm:pt>
    <dgm:pt modelId="{3C6D1E4A-CBE9-4102-86AD-E20E1EDA6582}" type="pres">
      <dgm:prSet presAssocID="{E27F7C9A-3AC0-4A10-9116-1F2DA8CDF8B4}" presName="spacerBetweenCircleAndCallout" presStyleCnt="0">
        <dgm:presLayoutVars/>
      </dgm:prSet>
      <dgm:spPr/>
    </dgm:pt>
    <dgm:pt modelId="{23A2EAC6-EE8E-4A30-B804-986AFB8A3372}" type="pres">
      <dgm:prSet presAssocID="{E27F7C9A-3AC0-4A10-9116-1F2DA8CDF8B4}" presName="verticalConnector" presStyleLbl="alignAccFollowNode1" presStyleIdx="3" presStyleCnt="6"/>
      <dgm:spPr/>
    </dgm:pt>
    <dgm:pt modelId="{E8954B02-8683-41E5-BD41-ADBD3A2B7C33}" type="pres">
      <dgm:prSet presAssocID="{E7C0C88A-8885-4558-9177-6CE6BBCD32D0}" presName="nodeText" presStyleLbl="fgAcc1" presStyleIdx="3" presStyleCnt="6">
        <dgm:presLayoutVars>
          <dgm:bulletEnabled val="1"/>
        </dgm:presLayoutVars>
      </dgm:prSet>
      <dgm:spPr/>
    </dgm:pt>
    <dgm:pt modelId="{3131B375-2E15-408C-81BB-3FD3A08A54E2}" type="pres">
      <dgm:prSet presAssocID="{E27F7C9A-3AC0-4A10-9116-1F2DA8CDF8B4}" presName="sibTransComposite" presStyleCnt="0"/>
      <dgm:spPr/>
    </dgm:pt>
    <dgm:pt modelId="{74CC3DB6-6CC6-4239-B048-9E8EEECCAB22}" type="pres">
      <dgm:prSet presAssocID="{BD2E908C-1A6A-476E-BA9F-E226B877CCF7}" presName="compositeNode" presStyleCnt="0"/>
      <dgm:spPr/>
    </dgm:pt>
    <dgm:pt modelId="{7EC8CD54-FB30-4EE9-809C-BAD1736812D9}" type="pres">
      <dgm:prSet presAssocID="{BD2E908C-1A6A-476E-BA9F-E226B877CCF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4209C75-62F0-49BC-9BBB-1BE7B774DE37}" type="pres">
      <dgm:prSet presAssocID="{BD2E908C-1A6A-476E-BA9F-E226B877CCF7}" presName="parSh" presStyleCnt="0"/>
      <dgm:spPr/>
    </dgm:pt>
    <dgm:pt modelId="{6EF84321-2025-404B-8195-94B51399F3A6}" type="pres">
      <dgm:prSet presAssocID="{BD2E908C-1A6A-476E-BA9F-E226B877CCF7}" presName="lineNode" presStyleLbl="alignNode1" presStyleIdx="12" presStyleCnt="18"/>
      <dgm:spPr/>
    </dgm:pt>
    <dgm:pt modelId="{B6037D4E-8743-4078-AE27-509243E8C564}" type="pres">
      <dgm:prSet presAssocID="{BD2E908C-1A6A-476E-BA9F-E226B877CCF7}" presName="lineArrowNode" presStyleLbl="alignNode1" presStyleIdx="13" presStyleCnt="18"/>
      <dgm:spPr/>
    </dgm:pt>
    <dgm:pt modelId="{178C0244-6872-4D82-8722-4A9237ACD59A}" type="pres">
      <dgm:prSet presAssocID="{22CD24F1-163B-4CDD-81F0-81D14BEA9341}" presName="sibTransNodeCircle" presStyleLbl="alignNode1" presStyleIdx="14" presStyleCnt="18">
        <dgm:presLayoutVars>
          <dgm:chMax val="0"/>
          <dgm:bulletEnabled/>
        </dgm:presLayoutVars>
      </dgm:prSet>
      <dgm:spPr/>
    </dgm:pt>
    <dgm:pt modelId="{5A2452AC-F397-4385-B7D0-8EBA9F795870}" type="pres">
      <dgm:prSet presAssocID="{22CD24F1-163B-4CDD-81F0-81D14BEA9341}" presName="spacerBetweenCircleAndCallout" presStyleCnt="0">
        <dgm:presLayoutVars/>
      </dgm:prSet>
      <dgm:spPr/>
    </dgm:pt>
    <dgm:pt modelId="{8E094FCF-A368-4702-9FD8-0104D577BD59}" type="pres">
      <dgm:prSet presAssocID="{22CD24F1-163B-4CDD-81F0-81D14BEA9341}" presName="verticalConnector" presStyleLbl="alignAccFollowNode1" presStyleIdx="4" presStyleCnt="6"/>
      <dgm:spPr/>
    </dgm:pt>
    <dgm:pt modelId="{375D32B3-EFD1-4998-9833-B4FCF414860F}" type="pres">
      <dgm:prSet presAssocID="{BD2E908C-1A6A-476E-BA9F-E226B877CCF7}" presName="nodeText" presStyleLbl="fgAcc1" presStyleIdx="4" presStyleCnt="6">
        <dgm:presLayoutVars>
          <dgm:bulletEnabled val="1"/>
        </dgm:presLayoutVars>
      </dgm:prSet>
      <dgm:spPr/>
    </dgm:pt>
    <dgm:pt modelId="{6DA5918D-B702-4EAA-84A7-25C0DFA6DE45}" type="pres">
      <dgm:prSet presAssocID="{22CD24F1-163B-4CDD-81F0-81D14BEA9341}" presName="sibTransComposite" presStyleCnt="0"/>
      <dgm:spPr/>
    </dgm:pt>
    <dgm:pt modelId="{6A231D11-C12E-434F-8326-CE314E56FDA9}" type="pres">
      <dgm:prSet presAssocID="{C344C645-CC69-44B3-8B7A-ABE4E763C0E4}" presName="compositeNode" presStyleCnt="0"/>
      <dgm:spPr/>
    </dgm:pt>
    <dgm:pt modelId="{E18C2D11-0204-4486-BD89-C0C9B1E11B6F}" type="pres">
      <dgm:prSet presAssocID="{C344C645-CC69-44B3-8B7A-ABE4E763C0E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49D8AF1-E0C5-4D7F-A6B8-A52BE6CD47D4}" type="pres">
      <dgm:prSet presAssocID="{C344C645-CC69-44B3-8B7A-ABE4E763C0E4}" presName="parSh" presStyleCnt="0"/>
      <dgm:spPr/>
    </dgm:pt>
    <dgm:pt modelId="{5E574C10-760C-4607-B066-5FC0350CA54E}" type="pres">
      <dgm:prSet presAssocID="{C344C645-CC69-44B3-8B7A-ABE4E763C0E4}" presName="lineNode" presStyleLbl="alignNode1" presStyleIdx="15" presStyleCnt="18"/>
      <dgm:spPr/>
    </dgm:pt>
    <dgm:pt modelId="{C4CBF791-5F0B-4747-A587-1A2A10AA4CB8}" type="pres">
      <dgm:prSet presAssocID="{C344C645-CC69-44B3-8B7A-ABE4E763C0E4}" presName="lineArrowNode" presStyleLbl="alignNode1" presStyleIdx="16" presStyleCnt="18"/>
      <dgm:spPr/>
    </dgm:pt>
    <dgm:pt modelId="{5F1CE934-7CC5-4C36-A86D-55F5E866D611}" type="pres">
      <dgm:prSet presAssocID="{D7FB6A6C-E31A-4F7C-959A-B7D16CEDF01F}" presName="sibTransNodeCircle" presStyleLbl="alignNode1" presStyleIdx="17" presStyleCnt="18">
        <dgm:presLayoutVars>
          <dgm:chMax val="0"/>
          <dgm:bulletEnabled/>
        </dgm:presLayoutVars>
      </dgm:prSet>
      <dgm:spPr/>
    </dgm:pt>
    <dgm:pt modelId="{3367EE82-BA5A-4191-BB86-9A2B7C1188AE}" type="pres">
      <dgm:prSet presAssocID="{D7FB6A6C-E31A-4F7C-959A-B7D16CEDF01F}" presName="spacerBetweenCircleAndCallout" presStyleCnt="0">
        <dgm:presLayoutVars/>
      </dgm:prSet>
      <dgm:spPr/>
    </dgm:pt>
    <dgm:pt modelId="{630DFD18-147C-402E-9309-DCD2F18D3EA0}" type="pres">
      <dgm:prSet presAssocID="{D7FB6A6C-E31A-4F7C-959A-B7D16CEDF01F}" presName="verticalConnector" presStyleLbl="alignAccFollowNode1" presStyleIdx="5" presStyleCnt="6"/>
      <dgm:spPr/>
    </dgm:pt>
    <dgm:pt modelId="{C02CDB40-F233-4705-AB38-89B841DE9292}" type="pres">
      <dgm:prSet presAssocID="{C344C645-CC69-44B3-8B7A-ABE4E763C0E4}" presName="nodeText" presStyleLbl="fgAcc1" presStyleIdx="5" presStyleCnt="6">
        <dgm:presLayoutVars>
          <dgm:bulletEnabled val="1"/>
        </dgm:presLayoutVars>
      </dgm:prSet>
      <dgm:spPr/>
    </dgm:pt>
  </dgm:ptLst>
  <dgm:cxnLst>
    <dgm:cxn modelId="{213FC508-54FB-4C24-A680-944E74299F02}" type="presOf" srcId="{C344C645-CC69-44B3-8B7A-ABE4E763C0E4}" destId="{C02CDB40-F233-4705-AB38-89B841DE9292}" srcOrd="1" destOrd="0" presId="urn:microsoft.com/office/officeart/2024/layout/NumberedLinearArrowProcess#2"/>
    <dgm:cxn modelId="{69DC8117-AC5A-4B99-A9F2-6452653695BB}" srcId="{7403A68D-E3B2-476A-9C46-813443B2F5B7}" destId="{2A9824FA-7FFC-4ED4-B3F8-51FB531F97B2}" srcOrd="2" destOrd="0" parTransId="{F053CAB6-82EE-4FD3-AB97-E6F1C504C502}" sibTransId="{78270210-22E6-40AE-849A-F78210380051}"/>
    <dgm:cxn modelId="{E9EE572D-0CE5-42BB-84EC-E0500BA97188}" type="presOf" srcId="{C344C645-CC69-44B3-8B7A-ABE4E763C0E4}" destId="{C4CBF791-5F0B-4747-A587-1A2A10AA4CB8}" srcOrd="0" destOrd="0" presId="urn:microsoft.com/office/officeart/2024/layout/NumberedLinearArrowProcess#2"/>
    <dgm:cxn modelId="{273CF633-6DCC-44C6-8481-4379EB3E79FB}" srcId="{7403A68D-E3B2-476A-9C46-813443B2F5B7}" destId="{99DE65E7-A8D4-4D6D-838A-C3518B9DCA51}" srcOrd="1" destOrd="0" parTransId="{E21B89D9-AAC4-4A29-9836-19B6D127AC9A}" sibTransId="{F3C2493F-D0C7-4B75-8330-B2D2B1DB0E82}"/>
    <dgm:cxn modelId="{B1BC5A5D-1504-4AAD-9650-7E8148161870}" type="presOf" srcId="{7403A68D-E3B2-476A-9C46-813443B2F5B7}" destId="{898616DC-7321-4536-A5E2-7FFEC7341F87}" srcOrd="0" destOrd="0" presId="urn:microsoft.com/office/officeart/2024/layout/NumberedLinearArrowProcess#2"/>
    <dgm:cxn modelId="{B6644F44-48D1-440F-836F-AAA791B318C1}" type="presOf" srcId="{78270210-22E6-40AE-849A-F78210380051}" destId="{FE0DBB90-4306-4FE1-B73B-DE27EC8B3C7C}" srcOrd="0" destOrd="0" presId="urn:microsoft.com/office/officeart/2024/layout/NumberedLinearArrowProcess#2"/>
    <dgm:cxn modelId="{56BAAC44-0064-4FE4-AA90-05F2BC942115}" type="presOf" srcId="{17EA49C1-AB3D-4A96-9F3E-D81AFB195FC1}" destId="{3983EBD0-B4A4-4336-BB8A-115CAD867D46}" srcOrd="1" destOrd="0" presId="urn:microsoft.com/office/officeart/2024/layout/NumberedLinearArrowProcess#2"/>
    <dgm:cxn modelId="{209F1365-DDD5-42FF-BD18-009C4480ED06}" type="presOf" srcId="{E27F7C9A-3AC0-4A10-9116-1F2DA8CDF8B4}" destId="{9436DFF2-637B-46DC-ABEB-8BFDA377129F}" srcOrd="0" destOrd="0" presId="urn:microsoft.com/office/officeart/2024/layout/NumberedLinearArrowProcess#2"/>
    <dgm:cxn modelId="{8394AB47-B2EC-4BA6-9744-CD9C248F247A}" type="presOf" srcId="{99DE65E7-A8D4-4D6D-838A-C3518B9DCA51}" destId="{25D438F4-7A47-461B-BE18-73D471458D32}" srcOrd="1" destOrd="0" presId="urn:microsoft.com/office/officeart/2024/layout/NumberedLinearArrowProcess#2"/>
    <dgm:cxn modelId="{AE62F668-ADFB-40D0-9F5F-C1F70ABF3B57}" type="presOf" srcId="{66808D7A-0C0D-4AA8-8F4F-CE6D523FE794}" destId="{9518A43D-B7FD-4A7E-9A82-29B1BD006277}" srcOrd="0" destOrd="0" presId="urn:microsoft.com/office/officeart/2024/layout/NumberedLinearArrowProcess#2"/>
    <dgm:cxn modelId="{E0E48B53-408B-430B-87FA-E5D9B219356B}" type="presOf" srcId="{BD2E908C-1A6A-476E-BA9F-E226B877CCF7}" destId="{B6037D4E-8743-4078-AE27-509243E8C564}" srcOrd="0" destOrd="0" presId="urn:microsoft.com/office/officeart/2024/layout/NumberedLinearArrowProcess#2"/>
    <dgm:cxn modelId="{8AE9C777-39BB-4A98-B69A-EA8A0E8C37A5}" type="presOf" srcId="{D7FB6A6C-E31A-4F7C-959A-B7D16CEDF01F}" destId="{5F1CE934-7CC5-4C36-A86D-55F5E866D611}" srcOrd="0" destOrd="0" presId="urn:microsoft.com/office/officeart/2024/layout/NumberedLinearArrowProcess#2"/>
    <dgm:cxn modelId="{CF83685A-4B4E-4038-AB8F-7D09CE8DCCB7}" srcId="{7403A68D-E3B2-476A-9C46-813443B2F5B7}" destId="{BD2E908C-1A6A-476E-BA9F-E226B877CCF7}" srcOrd="4" destOrd="0" parTransId="{DEBA37C3-1619-41C4-85FB-35D022C9A39C}" sibTransId="{22CD24F1-163B-4CDD-81F0-81D14BEA9341}"/>
    <dgm:cxn modelId="{79094F7C-C8E0-41DC-BE66-83F77453DBEE}" type="presOf" srcId="{E7C0C88A-8885-4558-9177-6CE6BBCD32D0}" destId="{E8954B02-8683-41E5-BD41-ADBD3A2B7C33}" srcOrd="1" destOrd="0" presId="urn:microsoft.com/office/officeart/2024/layout/NumberedLinearArrowProcess#2"/>
    <dgm:cxn modelId="{FA115187-839D-4053-BDAD-8230978EE602}" srcId="{7403A68D-E3B2-476A-9C46-813443B2F5B7}" destId="{C344C645-CC69-44B3-8B7A-ABE4E763C0E4}" srcOrd="5" destOrd="0" parTransId="{5A4A3D63-773E-47C5-8B5E-50C3D5F97535}" sibTransId="{D7FB6A6C-E31A-4F7C-959A-B7D16CEDF01F}"/>
    <dgm:cxn modelId="{BDEBF98D-6E4F-4FB5-A50C-73EEA1775BD3}" type="presOf" srcId="{F3C2493F-D0C7-4B75-8330-B2D2B1DB0E82}" destId="{FE280FA9-3ABA-42A9-8255-583AF2F36AF1}" srcOrd="0" destOrd="0" presId="urn:microsoft.com/office/officeart/2024/layout/NumberedLinearArrowProcess#2"/>
    <dgm:cxn modelId="{FD100B90-531F-4795-AFA9-C8E491FE8A6A}" type="presOf" srcId="{99DE65E7-A8D4-4D6D-838A-C3518B9DCA51}" destId="{98A1B644-8EE1-479E-838E-B51A84DBC16D}" srcOrd="0" destOrd="0" presId="urn:microsoft.com/office/officeart/2024/layout/NumberedLinearArrowProcess#2"/>
    <dgm:cxn modelId="{6A1D70B4-34C2-474F-AEC8-2CB90B7482B2}" type="presOf" srcId="{17EA49C1-AB3D-4A96-9F3E-D81AFB195FC1}" destId="{C38E79D5-2A31-45B3-BDE4-AC3A9BAB81B7}" srcOrd="0" destOrd="0" presId="urn:microsoft.com/office/officeart/2024/layout/NumberedLinearArrowProcess#2"/>
    <dgm:cxn modelId="{7117A8B4-6A33-449C-A24F-F5998836F515}" srcId="{7403A68D-E3B2-476A-9C46-813443B2F5B7}" destId="{17EA49C1-AB3D-4A96-9F3E-D81AFB195FC1}" srcOrd="0" destOrd="0" parTransId="{3A7CD8C9-CB21-46C4-80EB-980D945B903A}" sibTransId="{66808D7A-0C0D-4AA8-8F4F-CE6D523FE794}"/>
    <dgm:cxn modelId="{6AB5C5D3-A447-4607-A03E-8D2319D5809E}" type="presOf" srcId="{2A9824FA-7FFC-4ED4-B3F8-51FB531F97B2}" destId="{C881DBF9-595D-4E3E-9E8D-6AB1F6E9C27B}" srcOrd="0" destOrd="0" presId="urn:microsoft.com/office/officeart/2024/layout/NumberedLinearArrowProcess#2"/>
    <dgm:cxn modelId="{68D819DC-05D1-4BCA-930E-7AC51F8A0AA8}" srcId="{7403A68D-E3B2-476A-9C46-813443B2F5B7}" destId="{E7C0C88A-8885-4558-9177-6CE6BBCD32D0}" srcOrd="3" destOrd="0" parTransId="{8F04B09C-1EE0-4459-B4F5-C0C028607B62}" sibTransId="{E27F7C9A-3AC0-4A10-9116-1F2DA8CDF8B4}"/>
    <dgm:cxn modelId="{E69117E0-2013-492D-BB58-A842E85F309E}" type="presOf" srcId="{E7C0C88A-8885-4558-9177-6CE6BBCD32D0}" destId="{8B0B1EC0-9534-41F6-B61B-B7B0FBE8B247}" srcOrd="0" destOrd="0" presId="urn:microsoft.com/office/officeart/2024/layout/NumberedLinearArrowProcess#2"/>
    <dgm:cxn modelId="{C1CF38F6-B7B2-44D4-BEE0-AC47845D877E}" type="presOf" srcId="{BD2E908C-1A6A-476E-BA9F-E226B877CCF7}" destId="{375D32B3-EFD1-4998-9833-B4FCF414860F}" srcOrd="1" destOrd="0" presId="urn:microsoft.com/office/officeart/2024/layout/NumberedLinearArrowProcess#2"/>
    <dgm:cxn modelId="{57B4B8F9-5BF9-478B-A5B6-62B30861BB7D}" type="presOf" srcId="{2A9824FA-7FFC-4ED4-B3F8-51FB531F97B2}" destId="{8583A1C6-CE98-4BA7-B4CD-83A001B8CC37}" srcOrd="1" destOrd="0" presId="urn:microsoft.com/office/officeart/2024/layout/NumberedLinearArrowProcess#2"/>
    <dgm:cxn modelId="{E3D2DCFC-8159-4A82-939E-DCB05998E008}" type="presOf" srcId="{22CD24F1-163B-4CDD-81F0-81D14BEA9341}" destId="{178C0244-6872-4D82-8722-4A9237ACD59A}" srcOrd="0" destOrd="0" presId="urn:microsoft.com/office/officeart/2024/layout/NumberedLinearArrowProcess#2"/>
    <dgm:cxn modelId="{9EF409F5-3E86-414C-85B9-273317BE2104}" type="presParOf" srcId="{898616DC-7321-4536-A5E2-7FFEC7341F87}" destId="{C63EE9FF-D6E7-407A-95E7-A558D11A5869}" srcOrd="0" destOrd="0" presId="urn:microsoft.com/office/officeart/2024/layout/NumberedLinearArrowProcess#2"/>
    <dgm:cxn modelId="{E669CD3D-C2C0-403B-B083-697004D03311}" type="presParOf" srcId="{C63EE9FF-D6E7-407A-95E7-A558D11A5869}" destId="{36C4743E-BDAD-48BC-99CE-54B2987FE138}" srcOrd="0" destOrd="0" presId="urn:microsoft.com/office/officeart/2024/layout/NumberedLinearArrowProcess#2"/>
    <dgm:cxn modelId="{8696CD0E-F3B6-44A1-87A7-0E321025CD3C}" type="presParOf" srcId="{C63EE9FF-D6E7-407A-95E7-A558D11A5869}" destId="{F1BAA1C7-1229-4218-9A54-4013B2795E31}" srcOrd="1" destOrd="0" presId="urn:microsoft.com/office/officeart/2024/layout/NumberedLinearArrowProcess#2"/>
    <dgm:cxn modelId="{23ED1F0E-5C76-488A-A545-C5D975A3BBED}" type="presParOf" srcId="{F1BAA1C7-1229-4218-9A54-4013B2795E31}" destId="{3D68B8F8-B7D6-4F39-873A-68851760A6F6}" srcOrd="0" destOrd="0" presId="urn:microsoft.com/office/officeart/2024/layout/NumberedLinearArrowProcess#2"/>
    <dgm:cxn modelId="{5737590A-23B7-4858-A195-E3F1D5870C1C}" type="presParOf" srcId="{F1BAA1C7-1229-4218-9A54-4013B2795E31}" destId="{C38E79D5-2A31-45B3-BDE4-AC3A9BAB81B7}" srcOrd="1" destOrd="0" presId="urn:microsoft.com/office/officeart/2024/layout/NumberedLinearArrowProcess#2"/>
    <dgm:cxn modelId="{5C1ADB5A-4C35-40FD-B5B7-0F4D9F57CC5A}" type="presParOf" srcId="{F1BAA1C7-1229-4218-9A54-4013B2795E31}" destId="{9518A43D-B7FD-4A7E-9A82-29B1BD006277}" srcOrd="2" destOrd="0" presId="urn:microsoft.com/office/officeart/2024/layout/NumberedLinearArrowProcess#2"/>
    <dgm:cxn modelId="{AE4273C0-1FD7-4E1C-B702-6405F0940E35}" type="presParOf" srcId="{F1BAA1C7-1229-4218-9A54-4013B2795E31}" destId="{67D21470-0FA3-4E5B-B64B-0AB9D357EB6E}" srcOrd="3" destOrd="0" presId="urn:microsoft.com/office/officeart/2024/layout/NumberedLinearArrowProcess#2"/>
    <dgm:cxn modelId="{C7707513-8976-40D8-A5BC-8BAE49F68BEF}" type="presParOf" srcId="{F1BAA1C7-1229-4218-9A54-4013B2795E31}" destId="{ADD4F196-ABA8-47BA-8F86-5EA4996B1A3B}" srcOrd="4" destOrd="0" presId="urn:microsoft.com/office/officeart/2024/layout/NumberedLinearArrowProcess#2"/>
    <dgm:cxn modelId="{791731F4-B353-4485-B330-EFB8C5439810}" type="presParOf" srcId="{C63EE9FF-D6E7-407A-95E7-A558D11A5869}" destId="{3983EBD0-B4A4-4336-BB8A-115CAD867D46}" srcOrd="2" destOrd="0" presId="urn:microsoft.com/office/officeart/2024/layout/NumberedLinearArrowProcess#2"/>
    <dgm:cxn modelId="{E6B71E09-4B17-4D1D-B891-D46E3827DFD3}" type="presParOf" srcId="{898616DC-7321-4536-A5E2-7FFEC7341F87}" destId="{5823E9B4-B97C-4ED7-ACCF-208FC9A8754A}" srcOrd="1" destOrd="0" presId="urn:microsoft.com/office/officeart/2024/layout/NumberedLinearArrowProcess#2"/>
    <dgm:cxn modelId="{1A666D0D-C2A8-46BD-8ACE-C505887A93A0}" type="presParOf" srcId="{898616DC-7321-4536-A5E2-7FFEC7341F87}" destId="{02F87BC3-4740-4B0D-987E-B233480CF32D}" srcOrd="2" destOrd="0" presId="urn:microsoft.com/office/officeart/2024/layout/NumberedLinearArrowProcess#2"/>
    <dgm:cxn modelId="{F5449AF2-C169-4106-AD6E-35EF1BF9BACC}" type="presParOf" srcId="{02F87BC3-4740-4B0D-987E-B233480CF32D}" destId="{4FA3C19D-A110-4A2F-B38C-8B36CE84985C}" srcOrd="0" destOrd="0" presId="urn:microsoft.com/office/officeart/2024/layout/NumberedLinearArrowProcess#2"/>
    <dgm:cxn modelId="{AD5D235A-4432-4008-B4F1-08193726CDF4}" type="presParOf" srcId="{02F87BC3-4740-4B0D-987E-B233480CF32D}" destId="{C1F69070-5B1D-4FB4-878C-BB828EE12B61}" srcOrd="1" destOrd="0" presId="urn:microsoft.com/office/officeart/2024/layout/NumberedLinearArrowProcess#2"/>
    <dgm:cxn modelId="{1AC6C843-E67F-4489-930B-1D706AA44B66}" type="presParOf" srcId="{C1F69070-5B1D-4FB4-878C-BB828EE12B61}" destId="{EDC1B7B3-0E81-4B3D-92CD-D49AA180654E}" srcOrd="0" destOrd="0" presId="urn:microsoft.com/office/officeart/2024/layout/NumberedLinearArrowProcess#2"/>
    <dgm:cxn modelId="{61ED5690-715F-4F04-8D56-596B66B1AD74}" type="presParOf" srcId="{C1F69070-5B1D-4FB4-878C-BB828EE12B61}" destId="{98A1B644-8EE1-479E-838E-B51A84DBC16D}" srcOrd="1" destOrd="0" presId="urn:microsoft.com/office/officeart/2024/layout/NumberedLinearArrowProcess#2"/>
    <dgm:cxn modelId="{8E9A8344-D051-4CD8-A1CA-E045BA6DF178}" type="presParOf" srcId="{C1F69070-5B1D-4FB4-878C-BB828EE12B61}" destId="{FE280FA9-3ABA-42A9-8255-583AF2F36AF1}" srcOrd="2" destOrd="0" presId="urn:microsoft.com/office/officeart/2024/layout/NumberedLinearArrowProcess#2"/>
    <dgm:cxn modelId="{30529FEB-F9E9-4B1A-8564-124AC880B886}" type="presParOf" srcId="{C1F69070-5B1D-4FB4-878C-BB828EE12B61}" destId="{90834CDE-26AD-451C-87AD-3B891F92DEAD}" srcOrd="3" destOrd="0" presId="urn:microsoft.com/office/officeart/2024/layout/NumberedLinearArrowProcess#2"/>
    <dgm:cxn modelId="{09FF46B8-EC7A-4D7E-953F-A939ABE3245A}" type="presParOf" srcId="{C1F69070-5B1D-4FB4-878C-BB828EE12B61}" destId="{4A5EAE37-FE7F-4DB9-98B2-6DEF54EE94D9}" srcOrd="4" destOrd="0" presId="urn:microsoft.com/office/officeart/2024/layout/NumberedLinearArrowProcess#2"/>
    <dgm:cxn modelId="{FB551D2F-8F50-4243-BB7B-61D40F408E2C}" type="presParOf" srcId="{02F87BC3-4740-4B0D-987E-B233480CF32D}" destId="{25D438F4-7A47-461B-BE18-73D471458D32}" srcOrd="2" destOrd="0" presId="urn:microsoft.com/office/officeart/2024/layout/NumberedLinearArrowProcess#2"/>
    <dgm:cxn modelId="{1DD8215C-846B-4F95-BD75-09CC49DD50B9}" type="presParOf" srcId="{898616DC-7321-4536-A5E2-7FFEC7341F87}" destId="{57327C82-7D54-4073-BF83-7E7FD8FE3136}" srcOrd="3" destOrd="0" presId="urn:microsoft.com/office/officeart/2024/layout/NumberedLinearArrowProcess#2"/>
    <dgm:cxn modelId="{A9907505-C195-400B-89E9-318CA575EAF1}" type="presParOf" srcId="{898616DC-7321-4536-A5E2-7FFEC7341F87}" destId="{4620F95D-D7D0-471D-A7CA-FFBA2F27AB54}" srcOrd="4" destOrd="0" presId="urn:microsoft.com/office/officeart/2024/layout/NumberedLinearArrowProcess#2"/>
    <dgm:cxn modelId="{E09802AF-F02D-4BD3-A0E0-81E415BDCC56}" type="presParOf" srcId="{4620F95D-D7D0-471D-A7CA-FFBA2F27AB54}" destId="{91FD9AF6-12EB-4CE7-B0C3-7BD462FBC63C}" srcOrd="0" destOrd="0" presId="urn:microsoft.com/office/officeart/2024/layout/NumberedLinearArrowProcess#2"/>
    <dgm:cxn modelId="{C80FE1B2-80E3-4CDE-BB32-72789C1A0BB3}" type="presParOf" srcId="{4620F95D-D7D0-471D-A7CA-FFBA2F27AB54}" destId="{50EA4386-72B8-4634-BF80-9F95E56F157C}" srcOrd="1" destOrd="0" presId="urn:microsoft.com/office/officeart/2024/layout/NumberedLinearArrowProcess#2"/>
    <dgm:cxn modelId="{F56DC31E-FD25-4B7D-B7E3-9407B79B9C31}" type="presParOf" srcId="{50EA4386-72B8-4634-BF80-9F95E56F157C}" destId="{289293C0-6986-4A9B-8B66-A4CFBA15391D}" srcOrd="0" destOrd="0" presId="urn:microsoft.com/office/officeart/2024/layout/NumberedLinearArrowProcess#2"/>
    <dgm:cxn modelId="{EA88244E-F49E-4E65-8B44-9A637E096A5B}" type="presParOf" srcId="{50EA4386-72B8-4634-BF80-9F95E56F157C}" destId="{C881DBF9-595D-4E3E-9E8D-6AB1F6E9C27B}" srcOrd="1" destOrd="0" presId="urn:microsoft.com/office/officeart/2024/layout/NumberedLinearArrowProcess#2"/>
    <dgm:cxn modelId="{F0BB98CA-C9D2-4EDD-B24C-C08CA1BAC6F2}" type="presParOf" srcId="{50EA4386-72B8-4634-BF80-9F95E56F157C}" destId="{FE0DBB90-4306-4FE1-B73B-DE27EC8B3C7C}" srcOrd="2" destOrd="0" presId="urn:microsoft.com/office/officeart/2024/layout/NumberedLinearArrowProcess#2"/>
    <dgm:cxn modelId="{5F1FCDA9-1C43-4C90-ABD4-077C120FE836}" type="presParOf" srcId="{50EA4386-72B8-4634-BF80-9F95E56F157C}" destId="{8836F9D8-8AEE-4EAB-8BEE-C0019A4F6640}" srcOrd="3" destOrd="0" presId="urn:microsoft.com/office/officeart/2024/layout/NumberedLinearArrowProcess#2"/>
    <dgm:cxn modelId="{C89B0A89-8E96-4B07-8E7E-DBBF3A8F1FF4}" type="presParOf" srcId="{50EA4386-72B8-4634-BF80-9F95E56F157C}" destId="{79422374-792F-485D-B43E-A07B4A9069B1}" srcOrd="4" destOrd="0" presId="urn:microsoft.com/office/officeart/2024/layout/NumberedLinearArrowProcess#2"/>
    <dgm:cxn modelId="{93B78A0E-99CD-4370-973D-29FC8C173767}" type="presParOf" srcId="{4620F95D-D7D0-471D-A7CA-FFBA2F27AB54}" destId="{8583A1C6-CE98-4BA7-B4CD-83A001B8CC37}" srcOrd="2" destOrd="0" presId="urn:microsoft.com/office/officeart/2024/layout/NumberedLinearArrowProcess#2"/>
    <dgm:cxn modelId="{8BF10723-4943-4746-9EF5-4F8A97A70432}" type="presParOf" srcId="{898616DC-7321-4536-A5E2-7FFEC7341F87}" destId="{6AB549F8-4B70-4E95-BBC9-320FD344055B}" srcOrd="5" destOrd="0" presId="urn:microsoft.com/office/officeart/2024/layout/NumberedLinearArrowProcess#2"/>
    <dgm:cxn modelId="{DB9F63C5-070B-4E5B-AD6E-75D28B30579E}" type="presParOf" srcId="{898616DC-7321-4536-A5E2-7FFEC7341F87}" destId="{72F21A8C-6D1A-4922-A814-732B0FBCD6CC}" srcOrd="6" destOrd="0" presId="urn:microsoft.com/office/officeart/2024/layout/NumberedLinearArrowProcess#2"/>
    <dgm:cxn modelId="{DDB998CA-9C89-401A-9813-C1549D990EE1}" type="presParOf" srcId="{72F21A8C-6D1A-4922-A814-732B0FBCD6CC}" destId="{FC595891-A881-44E0-A9DB-AF0F02A7C035}" srcOrd="0" destOrd="0" presId="urn:microsoft.com/office/officeart/2024/layout/NumberedLinearArrowProcess#2"/>
    <dgm:cxn modelId="{6FEA5B90-37DA-487D-B1DB-ECCA09107210}" type="presParOf" srcId="{72F21A8C-6D1A-4922-A814-732B0FBCD6CC}" destId="{E90AD3B3-1401-4CDD-8638-CF72720341C5}" srcOrd="1" destOrd="0" presId="urn:microsoft.com/office/officeart/2024/layout/NumberedLinearArrowProcess#2"/>
    <dgm:cxn modelId="{3320966F-0D10-4A7A-8481-EE3AC327972E}" type="presParOf" srcId="{E90AD3B3-1401-4CDD-8638-CF72720341C5}" destId="{ED047CF4-C70F-4024-996D-6F84175428AF}" srcOrd="0" destOrd="0" presId="urn:microsoft.com/office/officeart/2024/layout/NumberedLinearArrowProcess#2"/>
    <dgm:cxn modelId="{CA8E08D3-D35C-4CA9-A7DA-A69B55116335}" type="presParOf" srcId="{E90AD3B3-1401-4CDD-8638-CF72720341C5}" destId="{8B0B1EC0-9534-41F6-B61B-B7B0FBE8B247}" srcOrd="1" destOrd="0" presId="urn:microsoft.com/office/officeart/2024/layout/NumberedLinearArrowProcess#2"/>
    <dgm:cxn modelId="{BCE9759A-3982-4718-922C-47FA7AD8A8E1}" type="presParOf" srcId="{E90AD3B3-1401-4CDD-8638-CF72720341C5}" destId="{9436DFF2-637B-46DC-ABEB-8BFDA377129F}" srcOrd="2" destOrd="0" presId="urn:microsoft.com/office/officeart/2024/layout/NumberedLinearArrowProcess#2"/>
    <dgm:cxn modelId="{CDE7F479-6F9A-4BD8-AF61-3CA8EA770C3B}" type="presParOf" srcId="{E90AD3B3-1401-4CDD-8638-CF72720341C5}" destId="{3C6D1E4A-CBE9-4102-86AD-E20E1EDA6582}" srcOrd="3" destOrd="0" presId="urn:microsoft.com/office/officeart/2024/layout/NumberedLinearArrowProcess#2"/>
    <dgm:cxn modelId="{A3BF5341-C0E6-432C-B287-3745385AF59F}" type="presParOf" srcId="{E90AD3B3-1401-4CDD-8638-CF72720341C5}" destId="{23A2EAC6-EE8E-4A30-B804-986AFB8A3372}" srcOrd="4" destOrd="0" presId="urn:microsoft.com/office/officeart/2024/layout/NumberedLinearArrowProcess#2"/>
    <dgm:cxn modelId="{D5D4223F-F035-4CAF-B489-C24DBA646BFC}" type="presParOf" srcId="{72F21A8C-6D1A-4922-A814-732B0FBCD6CC}" destId="{E8954B02-8683-41E5-BD41-ADBD3A2B7C33}" srcOrd="2" destOrd="0" presId="urn:microsoft.com/office/officeart/2024/layout/NumberedLinearArrowProcess#2"/>
    <dgm:cxn modelId="{98194684-FC2C-448C-BAC6-6D9845EF41C5}" type="presParOf" srcId="{898616DC-7321-4536-A5E2-7FFEC7341F87}" destId="{3131B375-2E15-408C-81BB-3FD3A08A54E2}" srcOrd="7" destOrd="0" presId="urn:microsoft.com/office/officeart/2024/layout/NumberedLinearArrowProcess#2"/>
    <dgm:cxn modelId="{BD3AB40E-3E73-48AE-B95B-E482C8CE0C1A}" type="presParOf" srcId="{898616DC-7321-4536-A5E2-7FFEC7341F87}" destId="{74CC3DB6-6CC6-4239-B048-9E8EEECCAB22}" srcOrd="8" destOrd="0" presId="urn:microsoft.com/office/officeart/2024/layout/NumberedLinearArrowProcess#2"/>
    <dgm:cxn modelId="{09DBA1FA-20DF-4796-AE3F-78C47BE2F1F1}" type="presParOf" srcId="{74CC3DB6-6CC6-4239-B048-9E8EEECCAB22}" destId="{7EC8CD54-FB30-4EE9-809C-BAD1736812D9}" srcOrd="0" destOrd="0" presId="urn:microsoft.com/office/officeart/2024/layout/NumberedLinearArrowProcess#2"/>
    <dgm:cxn modelId="{B6CDB10C-F194-444D-9A48-E7F0F9471CAC}" type="presParOf" srcId="{74CC3DB6-6CC6-4239-B048-9E8EEECCAB22}" destId="{14209C75-62F0-49BC-9BBB-1BE7B774DE37}" srcOrd="1" destOrd="0" presId="urn:microsoft.com/office/officeart/2024/layout/NumberedLinearArrowProcess#2"/>
    <dgm:cxn modelId="{701EA8FA-FA10-41D4-ABB3-77D20A4B4A07}" type="presParOf" srcId="{14209C75-62F0-49BC-9BBB-1BE7B774DE37}" destId="{6EF84321-2025-404B-8195-94B51399F3A6}" srcOrd="0" destOrd="0" presId="urn:microsoft.com/office/officeart/2024/layout/NumberedLinearArrowProcess#2"/>
    <dgm:cxn modelId="{7D167F9F-2FA9-4A3D-9F57-4098CFF41F88}" type="presParOf" srcId="{14209C75-62F0-49BC-9BBB-1BE7B774DE37}" destId="{B6037D4E-8743-4078-AE27-509243E8C564}" srcOrd="1" destOrd="0" presId="urn:microsoft.com/office/officeart/2024/layout/NumberedLinearArrowProcess#2"/>
    <dgm:cxn modelId="{274C9AF5-F69F-45DF-AEE6-7EAF08BB03D9}" type="presParOf" srcId="{14209C75-62F0-49BC-9BBB-1BE7B774DE37}" destId="{178C0244-6872-4D82-8722-4A9237ACD59A}" srcOrd="2" destOrd="0" presId="urn:microsoft.com/office/officeart/2024/layout/NumberedLinearArrowProcess#2"/>
    <dgm:cxn modelId="{BAE94DFD-1569-4268-9F9E-8C9423A47E4B}" type="presParOf" srcId="{14209C75-62F0-49BC-9BBB-1BE7B774DE37}" destId="{5A2452AC-F397-4385-B7D0-8EBA9F795870}" srcOrd="3" destOrd="0" presId="urn:microsoft.com/office/officeart/2024/layout/NumberedLinearArrowProcess#2"/>
    <dgm:cxn modelId="{B36CEABB-5E52-4040-ADE2-62EE46EEE22C}" type="presParOf" srcId="{14209C75-62F0-49BC-9BBB-1BE7B774DE37}" destId="{8E094FCF-A368-4702-9FD8-0104D577BD59}" srcOrd="4" destOrd="0" presId="urn:microsoft.com/office/officeart/2024/layout/NumberedLinearArrowProcess#2"/>
    <dgm:cxn modelId="{1D2D2B46-744D-4A73-87E0-522774E40893}" type="presParOf" srcId="{74CC3DB6-6CC6-4239-B048-9E8EEECCAB22}" destId="{375D32B3-EFD1-4998-9833-B4FCF414860F}" srcOrd="2" destOrd="0" presId="urn:microsoft.com/office/officeart/2024/layout/NumberedLinearArrowProcess#2"/>
    <dgm:cxn modelId="{44C21DFE-0A9A-473A-A857-5E26AC3EEC96}" type="presParOf" srcId="{898616DC-7321-4536-A5E2-7FFEC7341F87}" destId="{6DA5918D-B702-4EAA-84A7-25C0DFA6DE45}" srcOrd="9" destOrd="0" presId="urn:microsoft.com/office/officeart/2024/layout/NumberedLinearArrowProcess#2"/>
    <dgm:cxn modelId="{F19D7C02-A4CE-4066-AF8C-4B22B688EA4C}" type="presParOf" srcId="{898616DC-7321-4536-A5E2-7FFEC7341F87}" destId="{6A231D11-C12E-434F-8326-CE314E56FDA9}" srcOrd="10" destOrd="0" presId="urn:microsoft.com/office/officeart/2024/layout/NumberedLinearArrowProcess#2"/>
    <dgm:cxn modelId="{4F4CD127-CC9E-4101-B84E-98534BDE0C9A}" type="presParOf" srcId="{6A231D11-C12E-434F-8326-CE314E56FDA9}" destId="{E18C2D11-0204-4486-BD89-C0C9B1E11B6F}" srcOrd="0" destOrd="0" presId="urn:microsoft.com/office/officeart/2024/layout/NumberedLinearArrowProcess#2"/>
    <dgm:cxn modelId="{1F05C8C5-F06E-42B8-8246-4AA312D6475E}" type="presParOf" srcId="{6A231D11-C12E-434F-8326-CE314E56FDA9}" destId="{649D8AF1-E0C5-4D7F-A6B8-A52BE6CD47D4}" srcOrd="1" destOrd="0" presId="urn:microsoft.com/office/officeart/2024/layout/NumberedLinearArrowProcess#2"/>
    <dgm:cxn modelId="{7EFD02E0-D806-455F-955F-083AA98F57EA}" type="presParOf" srcId="{649D8AF1-E0C5-4D7F-A6B8-A52BE6CD47D4}" destId="{5E574C10-760C-4607-B066-5FC0350CA54E}" srcOrd="0" destOrd="0" presId="urn:microsoft.com/office/officeart/2024/layout/NumberedLinearArrowProcess#2"/>
    <dgm:cxn modelId="{003D33E5-4851-4600-9F8F-188DD1B482E2}" type="presParOf" srcId="{649D8AF1-E0C5-4D7F-A6B8-A52BE6CD47D4}" destId="{C4CBF791-5F0B-4747-A587-1A2A10AA4CB8}" srcOrd="1" destOrd="0" presId="urn:microsoft.com/office/officeart/2024/layout/NumberedLinearArrowProcess#2"/>
    <dgm:cxn modelId="{ED40BB70-7AC3-49C0-B23B-6779CFB451C0}" type="presParOf" srcId="{649D8AF1-E0C5-4D7F-A6B8-A52BE6CD47D4}" destId="{5F1CE934-7CC5-4C36-A86D-55F5E866D611}" srcOrd="2" destOrd="0" presId="urn:microsoft.com/office/officeart/2024/layout/NumberedLinearArrowProcess#2"/>
    <dgm:cxn modelId="{D792D191-53B7-4261-AC87-7B29C490EB8A}" type="presParOf" srcId="{649D8AF1-E0C5-4D7F-A6B8-A52BE6CD47D4}" destId="{3367EE82-BA5A-4191-BB86-9A2B7C1188AE}" srcOrd="3" destOrd="0" presId="urn:microsoft.com/office/officeart/2024/layout/NumberedLinearArrowProcess#2"/>
    <dgm:cxn modelId="{136058DE-C8D6-4567-9CF1-00E4B1593A81}" type="presParOf" srcId="{649D8AF1-E0C5-4D7F-A6B8-A52BE6CD47D4}" destId="{630DFD18-147C-402E-9309-DCD2F18D3EA0}" srcOrd="4" destOrd="0" presId="urn:microsoft.com/office/officeart/2024/layout/NumberedLinearArrowProcess#2"/>
    <dgm:cxn modelId="{D0265C00-B8FB-4E65-A703-F1B2D29E9324}" type="presParOf" srcId="{6A231D11-C12E-434F-8326-CE314E56FDA9}" destId="{C02CDB40-F233-4705-AB38-89B841DE9292}" srcOrd="2" destOrd="0" presId="urn:microsoft.com/office/officeart/2024/layout/NumberedLinearArrowProcess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6110E7-6678-40E5-A11C-5F72C0F0CEBC}" type="doc">
      <dgm:prSet loTypeId="urn:microsoft.com/office/officeart/2005/8/layout/vList5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6B37E62-3CE5-4195-8FA8-FFA53B381C91}">
      <dgm:prSet phldrT="[Text]" custT="1"/>
      <dgm:spPr/>
      <dgm:t>
        <a:bodyPr/>
        <a:lstStyle/>
        <a:p>
          <a:pPr algn="l"/>
          <a:r>
            <a:rPr lang="en-US" sz="2400"/>
            <a:t>1. </a:t>
          </a:r>
          <a:r>
            <a:rPr lang="en-US" sz="240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Investor.gov</a:t>
          </a:r>
          <a:endParaRPr lang="en-US" sz="2400" dirty="0"/>
        </a:p>
      </dgm:t>
    </dgm:pt>
    <dgm:pt modelId="{EC896162-9BD5-4063-81CF-C64396E3F741}" type="parTrans" cxnId="{0B64A573-D7CE-47BC-B736-8AD3A52AB549}">
      <dgm:prSet/>
      <dgm:spPr/>
      <dgm:t>
        <a:bodyPr/>
        <a:lstStyle/>
        <a:p>
          <a:pPr algn="l"/>
          <a:endParaRPr lang="en-US"/>
        </a:p>
      </dgm:t>
    </dgm:pt>
    <dgm:pt modelId="{0263A38E-51C8-41C9-889B-945F22A631FA}" type="sibTrans" cxnId="{0B64A573-D7CE-47BC-B736-8AD3A52AB549}">
      <dgm:prSet/>
      <dgm:spPr/>
      <dgm:t>
        <a:bodyPr/>
        <a:lstStyle/>
        <a:p>
          <a:pPr algn="l"/>
          <a:endParaRPr lang="en-US"/>
        </a:p>
      </dgm:t>
    </dgm:pt>
    <dgm:pt modelId="{E21870A6-2CFA-4ABA-907B-CFDE1261E0A3}">
      <dgm:prSet phldrT="[Text]"/>
      <dgm:spPr/>
      <dgm:t>
        <a:bodyPr/>
        <a:lstStyle/>
        <a:p>
          <a:pPr algn="l"/>
          <a:r>
            <a:rPr lang="en-US" dirty="0"/>
            <a:t>Explains what ETFs are and how they work.</a:t>
          </a:r>
        </a:p>
      </dgm:t>
    </dgm:pt>
    <dgm:pt modelId="{DB941219-89E1-4F66-9121-F5544ABB49CC}" type="parTrans" cxnId="{D4229694-43F8-4EA6-A1B7-25326D0FAFB2}">
      <dgm:prSet/>
      <dgm:spPr/>
      <dgm:t>
        <a:bodyPr/>
        <a:lstStyle/>
        <a:p>
          <a:pPr algn="l"/>
          <a:endParaRPr lang="en-US"/>
        </a:p>
      </dgm:t>
    </dgm:pt>
    <dgm:pt modelId="{43C3D208-2E2E-4842-9FC5-26E55D024229}" type="sibTrans" cxnId="{D4229694-43F8-4EA6-A1B7-25326D0FAFB2}">
      <dgm:prSet/>
      <dgm:spPr/>
      <dgm:t>
        <a:bodyPr/>
        <a:lstStyle/>
        <a:p>
          <a:pPr algn="l"/>
          <a:endParaRPr lang="en-US"/>
        </a:p>
      </dgm:t>
    </dgm:pt>
    <dgm:pt modelId="{BB07C2E3-D026-4704-9B7D-0DE88CF32FC7}">
      <dgm:prSet phldrT="[Text]" custT="1"/>
      <dgm:spPr/>
      <dgm:t>
        <a:bodyPr/>
        <a:lstStyle/>
        <a:p>
          <a:pPr algn="l"/>
          <a:r>
            <a:rPr lang="en-US" sz="2400"/>
            <a:t>2. </a:t>
          </a:r>
          <a:r>
            <a:rPr lang="en-US" sz="2400"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FINRA Fund Analyzer</a:t>
          </a:r>
          <a:endParaRPr lang="en-US" sz="2400" dirty="0"/>
        </a:p>
      </dgm:t>
    </dgm:pt>
    <dgm:pt modelId="{54986B18-7637-4562-A2B9-786E6B85D0F3}" type="parTrans" cxnId="{66E402CE-2E17-47E3-A37E-3FB47CC1DB46}">
      <dgm:prSet/>
      <dgm:spPr/>
      <dgm:t>
        <a:bodyPr/>
        <a:lstStyle/>
        <a:p>
          <a:pPr algn="l"/>
          <a:endParaRPr lang="en-US"/>
        </a:p>
      </dgm:t>
    </dgm:pt>
    <dgm:pt modelId="{980B2C15-7E55-48BF-ACA7-333E90A4742D}" type="sibTrans" cxnId="{66E402CE-2E17-47E3-A37E-3FB47CC1DB46}">
      <dgm:prSet/>
      <dgm:spPr/>
      <dgm:t>
        <a:bodyPr/>
        <a:lstStyle/>
        <a:p>
          <a:pPr algn="l"/>
          <a:endParaRPr lang="en-US"/>
        </a:p>
      </dgm:t>
    </dgm:pt>
    <dgm:pt modelId="{E2C81F7C-A9EA-42B2-B5CB-AD201C7D3E4B}">
      <dgm:prSet phldrT="[Text]"/>
      <dgm:spPr/>
      <dgm:t>
        <a:bodyPr/>
        <a:lstStyle/>
        <a:p>
          <a:pPr algn="l"/>
          <a:r>
            <a:rPr lang="en-US" dirty="0"/>
            <a:t>Allows investors to search for and compare ETFs.</a:t>
          </a:r>
        </a:p>
      </dgm:t>
    </dgm:pt>
    <dgm:pt modelId="{FAFAC434-56AA-408D-A1A8-AB71B0A3D859}" type="parTrans" cxnId="{B6749545-9557-4915-A7C5-E0ED0469553E}">
      <dgm:prSet/>
      <dgm:spPr/>
      <dgm:t>
        <a:bodyPr/>
        <a:lstStyle/>
        <a:p>
          <a:pPr algn="l"/>
          <a:endParaRPr lang="en-US"/>
        </a:p>
      </dgm:t>
    </dgm:pt>
    <dgm:pt modelId="{96F8F7B4-2016-4876-AB37-37B4D3DE3164}" type="sibTrans" cxnId="{B6749545-9557-4915-A7C5-E0ED0469553E}">
      <dgm:prSet/>
      <dgm:spPr/>
      <dgm:t>
        <a:bodyPr/>
        <a:lstStyle/>
        <a:p>
          <a:pPr algn="l"/>
          <a:endParaRPr lang="en-US"/>
        </a:p>
      </dgm:t>
    </dgm:pt>
    <dgm:pt modelId="{77520C08-6577-40B1-AD58-F15D38E27049}">
      <dgm:prSet phldrT="[Text]" custT="1"/>
      <dgm:spPr/>
      <dgm:t>
        <a:bodyPr/>
        <a:lstStyle/>
        <a:p>
          <a:pPr algn="l"/>
          <a:r>
            <a:rPr lang="en-US" sz="2400" dirty="0"/>
            <a:t>3. </a:t>
          </a:r>
          <a:r>
            <a:rPr lang="en-US" sz="2400" dirty="0"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Morningstar</a:t>
          </a:r>
          <a:endParaRPr lang="en-US" sz="2400" dirty="0"/>
        </a:p>
      </dgm:t>
    </dgm:pt>
    <dgm:pt modelId="{6C1BBE05-15C2-4C49-A136-99292F9DFF9B}" type="parTrans" cxnId="{78F073B7-65CC-4A0F-80C1-F2E242830E39}">
      <dgm:prSet/>
      <dgm:spPr/>
      <dgm:t>
        <a:bodyPr/>
        <a:lstStyle/>
        <a:p>
          <a:pPr algn="l"/>
          <a:endParaRPr lang="en-US"/>
        </a:p>
      </dgm:t>
    </dgm:pt>
    <dgm:pt modelId="{649F59F3-7D79-4C18-A26D-74466EADE309}" type="sibTrans" cxnId="{78F073B7-65CC-4A0F-80C1-F2E242830E39}">
      <dgm:prSet/>
      <dgm:spPr/>
      <dgm:t>
        <a:bodyPr/>
        <a:lstStyle/>
        <a:p>
          <a:pPr algn="l"/>
          <a:endParaRPr lang="en-US"/>
        </a:p>
      </dgm:t>
    </dgm:pt>
    <dgm:pt modelId="{60CE8BD3-D85B-4B10-9603-C577C26CCCB3}">
      <dgm:prSet phldrT="[Text]"/>
      <dgm:spPr/>
      <dgm:t>
        <a:bodyPr/>
        <a:lstStyle/>
        <a:p>
          <a:pPr algn="l"/>
          <a:r>
            <a:rPr lang="en-US" dirty="0"/>
            <a:t>Provides ETF ratings, performance history, fees, risk levels, and holdings.</a:t>
          </a:r>
        </a:p>
      </dgm:t>
    </dgm:pt>
    <dgm:pt modelId="{6B08FCA9-B0CB-4F77-9F2E-5B563E2E9892}" type="parTrans" cxnId="{D84F3935-45B6-4E92-8A47-CD656FC0C59B}">
      <dgm:prSet/>
      <dgm:spPr/>
      <dgm:t>
        <a:bodyPr/>
        <a:lstStyle/>
        <a:p>
          <a:pPr algn="l"/>
          <a:endParaRPr lang="en-US"/>
        </a:p>
      </dgm:t>
    </dgm:pt>
    <dgm:pt modelId="{B945E720-6F06-4254-A150-106E31C86310}" type="sibTrans" cxnId="{D84F3935-45B6-4E92-8A47-CD656FC0C59B}">
      <dgm:prSet/>
      <dgm:spPr/>
      <dgm:t>
        <a:bodyPr/>
        <a:lstStyle/>
        <a:p>
          <a:pPr algn="l"/>
          <a:endParaRPr lang="en-US"/>
        </a:p>
      </dgm:t>
    </dgm:pt>
    <dgm:pt modelId="{ABA4EA49-9474-4C7F-907A-1392DB4208DE}">
      <dgm:prSet phldrT="[Text]" custT="1"/>
      <dgm:spPr/>
      <dgm:t>
        <a:bodyPr/>
        <a:lstStyle/>
        <a:p>
          <a:pPr algn="l"/>
          <a:r>
            <a:rPr lang="en-US" sz="2400"/>
            <a:t>4. </a:t>
          </a:r>
          <a:r>
            <a:rPr lang="en-US" sz="2400"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ETF.com</a:t>
          </a:r>
          <a:endParaRPr lang="en-US" sz="2400" dirty="0"/>
        </a:p>
      </dgm:t>
    </dgm:pt>
    <dgm:pt modelId="{70292A2C-7A3E-4BA1-808C-D1C060BDB85E}" type="parTrans" cxnId="{434AEFF9-F664-4714-9EC4-E7639753D706}">
      <dgm:prSet/>
      <dgm:spPr/>
      <dgm:t>
        <a:bodyPr/>
        <a:lstStyle/>
        <a:p>
          <a:pPr algn="l"/>
          <a:endParaRPr lang="en-US"/>
        </a:p>
      </dgm:t>
    </dgm:pt>
    <dgm:pt modelId="{46E08358-1C48-46B9-BE28-5F03949AB48A}" type="sibTrans" cxnId="{434AEFF9-F664-4714-9EC4-E7639753D706}">
      <dgm:prSet/>
      <dgm:spPr/>
      <dgm:t>
        <a:bodyPr/>
        <a:lstStyle/>
        <a:p>
          <a:pPr algn="l"/>
          <a:endParaRPr lang="en-US"/>
        </a:p>
      </dgm:t>
    </dgm:pt>
    <dgm:pt modelId="{2AB8BBAE-522A-4E98-91E0-507F1B9A9F5F}">
      <dgm:prSet phldrT="[Text]" custT="1"/>
      <dgm:spPr/>
      <dgm:t>
        <a:bodyPr/>
        <a:lstStyle/>
        <a:p>
          <a:pPr algn="l"/>
          <a:r>
            <a:rPr lang="en-US" sz="2400" dirty="0"/>
            <a:t>5. </a:t>
          </a:r>
          <a:r>
            <a:rPr lang="en-US" sz="2400" dirty="0"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Investopedia</a:t>
          </a:r>
          <a:endParaRPr lang="en-US" sz="2400" dirty="0"/>
        </a:p>
      </dgm:t>
    </dgm:pt>
    <dgm:pt modelId="{AA00E07C-2624-4539-836D-D8428DE968D8}" type="parTrans" cxnId="{6C4C3F1F-14CD-4099-A92B-45B76D3549BC}">
      <dgm:prSet/>
      <dgm:spPr/>
      <dgm:t>
        <a:bodyPr/>
        <a:lstStyle/>
        <a:p>
          <a:pPr algn="l"/>
          <a:endParaRPr lang="en-US"/>
        </a:p>
      </dgm:t>
    </dgm:pt>
    <dgm:pt modelId="{4D778D71-8D04-4E92-8C9E-90A1026335C8}" type="sibTrans" cxnId="{6C4C3F1F-14CD-4099-A92B-45B76D3549BC}">
      <dgm:prSet/>
      <dgm:spPr/>
      <dgm:t>
        <a:bodyPr/>
        <a:lstStyle/>
        <a:p>
          <a:pPr algn="l"/>
          <a:endParaRPr lang="en-US"/>
        </a:p>
      </dgm:t>
    </dgm:pt>
    <dgm:pt modelId="{33CC7345-4F1D-4503-AA1E-79E38952F7CC}">
      <dgm:prSet phldrT="[Text]" phldr="0"/>
      <dgm:spPr/>
      <dgm:t>
        <a:bodyPr/>
        <a:lstStyle/>
        <a:p>
          <a:pPr algn="l"/>
          <a:r>
            <a:rPr lang="en-US" dirty="0"/>
            <a:t>Provides information about the ETFs, including an ETF screener and educational articles.</a:t>
          </a:r>
        </a:p>
      </dgm:t>
    </dgm:pt>
    <dgm:pt modelId="{2701B22F-7D47-48D3-9E28-8EF3D3F7A628}" type="parTrans" cxnId="{D995D65F-10D4-4CD0-94CF-649DA523AF4A}">
      <dgm:prSet/>
      <dgm:spPr/>
      <dgm:t>
        <a:bodyPr/>
        <a:lstStyle/>
        <a:p>
          <a:pPr algn="l"/>
          <a:endParaRPr lang="en-US"/>
        </a:p>
      </dgm:t>
    </dgm:pt>
    <dgm:pt modelId="{CE753CE7-5FB4-40B0-B28C-91D999B2D367}" type="sibTrans" cxnId="{D995D65F-10D4-4CD0-94CF-649DA523AF4A}">
      <dgm:prSet/>
      <dgm:spPr/>
      <dgm:t>
        <a:bodyPr/>
        <a:lstStyle/>
        <a:p>
          <a:pPr algn="l"/>
          <a:endParaRPr lang="en-US"/>
        </a:p>
      </dgm:t>
    </dgm:pt>
    <dgm:pt modelId="{82AF2971-FD06-43AB-858E-116D992D36E3}">
      <dgm:prSet phldrT="[Text]"/>
      <dgm:spPr/>
      <dgm:t>
        <a:bodyPr/>
        <a:lstStyle/>
        <a:p>
          <a:pPr algn="l"/>
          <a:r>
            <a:rPr lang="en-US" dirty="0"/>
            <a:t>Gives simple definitions and basic investing tips.</a:t>
          </a:r>
        </a:p>
      </dgm:t>
    </dgm:pt>
    <dgm:pt modelId="{52507871-21D6-4976-82C4-D45836A4A9CC}" type="parTrans" cxnId="{4CB4B424-A40D-4943-8167-0E18710C197F}">
      <dgm:prSet/>
      <dgm:spPr/>
      <dgm:t>
        <a:bodyPr/>
        <a:lstStyle/>
        <a:p>
          <a:pPr algn="l"/>
          <a:endParaRPr lang="en-US"/>
        </a:p>
      </dgm:t>
    </dgm:pt>
    <dgm:pt modelId="{74CFF8FB-0050-49F9-BC4E-D58C21F1BD4D}" type="sibTrans" cxnId="{4CB4B424-A40D-4943-8167-0E18710C197F}">
      <dgm:prSet/>
      <dgm:spPr/>
      <dgm:t>
        <a:bodyPr/>
        <a:lstStyle/>
        <a:p>
          <a:pPr algn="l"/>
          <a:endParaRPr lang="en-US"/>
        </a:p>
      </dgm:t>
    </dgm:pt>
    <dgm:pt modelId="{14C38471-C3F5-4111-94E3-3005DDDCEE76}">
      <dgm:prSet phldrT="[Text]"/>
      <dgm:spPr/>
      <dgm:t>
        <a:bodyPr/>
        <a:lstStyle/>
        <a:p>
          <a:pPr algn="l"/>
          <a:r>
            <a:rPr lang="en-US" dirty="0"/>
            <a:t>Its screener helps investors in reducing the number of ETFs they have to choose from.</a:t>
          </a:r>
        </a:p>
      </dgm:t>
    </dgm:pt>
    <dgm:pt modelId="{AA2293F7-A7BF-4C0C-A57E-5520A89E9935}" type="parTrans" cxnId="{D95D2BB0-9A3D-453B-AA2F-BEE028A7DD46}">
      <dgm:prSet/>
      <dgm:spPr/>
    </dgm:pt>
    <dgm:pt modelId="{D4285103-5DC0-48C5-82A7-2C704F0B6D5C}" type="sibTrans" cxnId="{D95D2BB0-9A3D-453B-AA2F-BEE028A7DD46}">
      <dgm:prSet/>
      <dgm:spPr/>
    </dgm:pt>
    <dgm:pt modelId="{2A4A6CD8-D7AD-4228-8D09-F3633AF772E2}">
      <dgm:prSet phldrT="[Text]"/>
      <dgm:spPr/>
      <dgm:t>
        <a:bodyPr/>
        <a:lstStyle/>
        <a:p>
          <a:pPr algn="l"/>
          <a:r>
            <a:rPr lang="en-US" dirty="0"/>
            <a:t>Shows the impact of fees and expenses on an investment over time.</a:t>
          </a:r>
        </a:p>
      </dgm:t>
    </dgm:pt>
    <dgm:pt modelId="{ABE49C94-0B26-4502-B356-40D4DCBF3623}" type="parTrans" cxnId="{002C2FB8-AD55-4937-996B-E5DD32E86A48}">
      <dgm:prSet/>
      <dgm:spPr/>
    </dgm:pt>
    <dgm:pt modelId="{18687431-21FE-4F36-B0EC-CD2558775C46}" type="sibTrans" cxnId="{002C2FB8-AD55-4937-996B-E5DD32E86A48}">
      <dgm:prSet/>
      <dgm:spPr/>
    </dgm:pt>
    <dgm:pt modelId="{478E028C-5957-4F8A-A196-6E30FF74EB45}">
      <dgm:prSet phldrT="[Text]"/>
      <dgm:spPr/>
      <dgm:t>
        <a:bodyPr/>
        <a:lstStyle/>
        <a:p>
          <a:pPr algn="l"/>
          <a:r>
            <a:rPr lang="en-US" dirty="0"/>
            <a:t>Gives information about ETF risks, fees, and benefits.</a:t>
          </a:r>
        </a:p>
      </dgm:t>
    </dgm:pt>
    <dgm:pt modelId="{FF9E3C6E-A192-4B6D-915D-33E68FCB12F7}" type="parTrans" cxnId="{A806695B-A6E0-46AC-9B4D-D5A9715056AD}">
      <dgm:prSet/>
      <dgm:spPr/>
    </dgm:pt>
    <dgm:pt modelId="{DD185444-6613-43CD-8BDC-F2B3C480CE3C}" type="sibTrans" cxnId="{A806695B-A6E0-46AC-9B4D-D5A9715056AD}">
      <dgm:prSet/>
      <dgm:spPr/>
    </dgm:pt>
    <dgm:pt modelId="{8ED8A95A-B6CD-4F51-BEB1-DF7FCADBCA85}">
      <dgm:prSet phldrT="[Text]" phldr="0"/>
      <dgm:spPr/>
      <dgm:t>
        <a:bodyPr/>
        <a:lstStyle/>
        <a:p>
          <a:pPr algn="l"/>
          <a:r>
            <a:rPr lang="en-US" dirty="0"/>
            <a:t>Investors can use filters to compare various ETF options.</a:t>
          </a:r>
        </a:p>
      </dgm:t>
    </dgm:pt>
    <dgm:pt modelId="{7B8196A9-D592-43D7-BB76-EC45FDFE89C0}" type="parTrans" cxnId="{173E1365-3FB8-4140-BAC1-6105AEECF902}">
      <dgm:prSet/>
      <dgm:spPr/>
    </dgm:pt>
    <dgm:pt modelId="{D8940E4F-0521-4004-91E8-E39EDB5C4790}" type="sibTrans" cxnId="{173E1365-3FB8-4140-BAC1-6105AEECF902}">
      <dgm:prSet/>
      <dgm:spPr/>
    </dgm:pt>
    <dgm:pt modelId="{D2A0B516-3125-4C05-B98F-E11B6344A8F5}" type="pres">
      <dgm:prSet presAssocID="{006110E7-6678-40E5-A11C-5F72C0F0CEBC}" presName="Name0" presStyleCnt="0">
        <dgm:presLayoutVars>
          <dgm:dir/>
          <dgm:animLvl val="lvl"/>
          <dgm:resizeHandles val="exact"/>
        </dgm:presLayoutVars>
      </dgm:prSet>
      <dgm:spPr/>
    </dgm:pt>
    <dgm:pt modelId="{494369BA-8B73-44C2-8CCE-4985201AFC8D}" type="pres">
      <dgm:prSet presAssocID="{66B37E62-3CE5-4195-8FA8-FFA53B381C91}" presName="linNode" presStyleCnt="0"/>
      <dgm:spPr/>
    </dgm:pt>
    <dgm:pt modelId="{CA705000-4001-4E4F-9D2B-4F94A0245627}" type="pres">
      <dgm:prSet presAssocID="{66B37E62-3CE5-4195-8FA8-FFA53B381C91}" presName="parentText" presStyleLbl="node1" presStyleIdx="0" presStyleCnt="5" custScaleX="117433">
        <dgm:presLayoutVars>
          <dgm:chMax val="1"/>
          <dgm:bulletEnabled val="1"/>
        </dgm:presLayoutVars>
      </dgm:prSet>
      <dgm:spPr/>
    </dgm:pt>
    <dgm:pt modelId="{8B8E3C83-FA44-47E3-AA0D-2F526A93EA40}" type="pres">
      <dgm:prSet presAssocID="{66B37E62-3CE5-4195-8FA8-FFA53B381C91}" presName="descendantText" presStyleLbl="alignAccFollowNode1" presStyleIdx="0" presStyleCnt="5">
        <dgm:presLayoutVars>
          <dgm:bulletEnabled val="1"/>
        </dgm:presLayoutVars>
      </dgm:prSet>
      <dgm:spPr/>
    </dgm:pt>
    <dgm:pt modelId="{E82CC00A-FC3B-4A69-BC01-C1AC7D8C85AA}" type="pres">
      <dgm:prSet presAssocID="{0263A38E-51C8-41C9-889B-945F22A631FA}" presName="sp" presStyleCnt="0"/>
      <dgm:spPr/>
    </dgm:pt>
    <dgm:pt modelId="{AA240A1D-2A56-4FEB-8019-A39F97CCCA65}" type="pres">
      <dgm:prSet presAssocID="{BB07C2E3-D026-4704-9B7D-0DE88CF32FC7}" presName="linNode" presStyleCnt="0"/>
      <dgm:spPr/>
    </dgm:pt>
    <dgm:pt modelId="{F8634050-D10C-483D-9AAE-BFAA05360620}" type="pres">
      <dgm:prSet presAssocID="{BB07C2E3-D026-4704-9B7D-0DE88CF32FC7}" presName="parentText" presStyleLbl="node1" presStyleIdx="1" presStyleCnt="5" custScaleX="117433">
        <dgm:presLayoutVars>
          <dgm:chMax val="1"/>
          <dgm:bulletEnabled val="1"/>
        </dgm:presLayoutVars>
      </dgm:prSet>
      <dgm:spPr/>
    </dgm:pt>
    <dgm:pt modelId="{E50765F9-29D5-46D3-9A87-45287DFC4757}" type="pres">
      <dgm:prSet presAssocID="{BB07C2E3-D026-4704-9B7D-0DE88CF32FC7}" presName="descendantText" presStyleLbl="alignAccFollowNode1" presStyleIdx="1" presStyleCnt="5">
        <dgm:presLayoutVars>
          <dgm:bulletEnabled val="1"/>
        </dgm:presLayoutVars>
      </dgm:prSet>
      <dgm:spPr/>
    </dgm:pt>
    <dgm:pt modelId="{BCF99E7C-DA6F-41ED-917B-57CBA717116B}" type="pres">
      <dgm:prSet presAssocID="{980B2C15-7E55-48BF-ACA7-333E90A4742D}" presName="sp" presStyleCnt="0"/>
      <dgm:spPr/>
    </dgm:pt>
    <dgm:pt modelId="{5494A3CC-7139-453A-86BB-E4FDD68422B1}" type="pres">
      <dgm:prSet presAssocID="{77520C08-6577-40B1-AD58-F15D38E27049}" presName="linNode" presStyleCnt="0"/>
      <dgm:spPr/>
    </dgm:pt>
    <dgm:pt modelId="{6EEFB1E6-2439-457A-93C4-D8E746E3DDA6}" type="pres">
      <dgm:prSet presAssocID="{77520C08-6577-40B1-AD58-F15D38E27049}" presName="parentText" presStyleLbl="node1" presStyleIdx="2" presStyleCnt="5" custScaleX="117433">
        <dgm:presLayoutVars>
          <dgm:chMax val="1"/>
          <dgm:bulletEnabled val="1"/>
        </dgm:presLayoutVars>
      </dgm:prSet>
      <dgm:spPr/>
    </dgm:pt>
    <dgm:pt modelId="{FEB2EC6F-E143-490D-9906-0244DB8BC664}" type="pres">
      <dgm:prSet presAssocID="{77520C08-6577-40B1-AD58-F15D38E27049}" presName="descendantText" presStyleLbl="alignAccFollowNode1" presStyleIdx="2" presStyleCnt="5">
        <dgm:presLayoutVars>
          <dgm:bulletEnabled val="1"/>
        </dgm:presLayoutVars>
      </dgm:prSet>
      <dgm:spPr/>
    </dgm:pt>
    <dgm:pt modelId="{88F0AE0C-087F-45E8-A10E-DC26590F98C3}" type="pres">
      <dgm:prSet presAssocID="{649F59F3-7D79-4C18-A26D-74466EADE309}" presName="sp" presStyleCnt="0"/>
      <dgm:spPr/>
    </dgm:pt>
    <dgm:pt modelId="{C3601AD1-0A1D-4B8C-9EB0-2FAFD1D32249}" type="pres">
      <dgm:prSet presAssocID="{ABA4EA49-9474-4C7F-907A-1392DB4208DE}" presName="linNode" presStyleCnt="0"/>
      <dgm:spPr/>
    </dgm:pt>
    <dgm:pt modelId="{22031429-2F00-45AE-BE6D-5E0876A71F63}" type="pres">
      <dgm:prSet presAssocID="{ABA4EA49-9474-4C7F-907A-1392DB4208DE}" presName="parentText" presStyleLbl="node1" presStyleIdx="3" presStyleCnt="5" custScaleX="117433" custLinFactNeighborX="-1220" custLinFactNeighborY="2558">
        <dgm:presLayoutVars>
          <dgm:chMax val="1"/>
          <dgm:bulletEnabled val="1"/>
        </dgm:presLayoutVars>
      </dgm:prSet>
      <dgm:spPr/>
    </dgm:pt>
    <dgm:pt modelId="{7454F0AF-00AA-4EA8-B5FB-4367B69178AB}" type="pres">
      <dgm:prSet presAssocID="{ABA4EA49-9474-4C7F-907A-1392DB4208DE}" presName="descendantText" presStyleLbl="alignAccFollowNode1" presStyleIdx="3" presStyleCnt="5">
        <dgm:presLayoutVars>
          <dgm:bulletEnabled val="1"/>
        </dgm:presLayoutVars>
      </dgm:prSet>
      <dgm:spPr/>
    </dgm:pt>
    <dgm:pt modelId="{12BE4634-3B10-4EF0-9BA5-3639E8B30301}" type="pres">
      <dgm:prSet presAssocID="{46E08358-1C48-46B9-BE28-5F03949AB48A}" presName="sp" presStyleCnt="0"/>
      <dgm:spPr/>
    </dgm:pt>
    <dgm:pt modelId="{55E88DC3-1DD7-4FB2-8DEF-3E4B65FBD5CB}" type="pres">
      <dgm:prSet presAssocID="{2AB8BBAE-522A-4E98-91E0-507F1B9A9F5F}" presName="linNode" presStyleCnt="0"/>
      <dgm:spPr/>
    </dgm:pt>
    <dgm:pt modelId="{75F6A048-68A7-48F1-88E0-BEDA243A2073}" type="pres">
      <dgm:prSet presAssocID="{2AB8BBAE-522A-4E98-91E0-507F1B9A9F5F}" presName="parentText" presStyleLbl="node1" presStyleIdx="4" presStyleCnt="5" custScaleX="117433">
        <dgm:presLayoutVars>
          <dgm:chMax val="1"/>
          <dgm:bulletEnabled val="1"/>
        </dgm:presLayoutVars>
      </dgm:prSet>
      <dgm:spPr/>
    </dgm:pt>
    <dgm:pt modelId="{0867FBD8-D3D9-4978-97D0-B0E7FE0AD480}" type="pres">
      <dgm:prSet presAssocID="{2AB8BBAE-522A-4E98-91E0-507F1B9A9F5F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6C4C3F1F-14CD-4099-A92B-45B76D3549BC}" srcId="{006110E7-6678-40E5-A11C-5F72C0F0CEBC}" destId="{2AB8BBAE-522A-4E98-91E0-507F1B9A9F5F}" srcOrd="4" destOrd="0" parTransId="{AA00E07C-2624-4539-836D-D8428DE968D8}" sibTransId="{4D778D71-8D04-4E92-8C9E-90A1026335C8}"/>
    <dgm:cxn modelId="{4CB4B424-A40D-4943-8167-0E18710C197F}" srcId="{2AB8BBAE-522A-4E98-91E0-507F1B9A9F5F}" destId="{82AF2971-FD06-43AB-858E-116D992D36E3}" srcOrd="0" destOrd="0" parTransId="{52507871-21D6-4976-82C4-D45836A4A9CC}" sibTransId="{74CFF8FB-0050-49F9-BC4E-D58C21F1BD4D}"/>
    <dgm:cxn modelId="{D84F3935-45B6-4E92-8A47-CD656FC0C59B}" srcId="{77520C08-6577-40B1-AD58-F15D38E27049}" destId="{60CE8BD3-D85B-4B10-9603-C577C26CCCB3}" srcOrd="0" destOrd="0" parTransId="{6B08FCA9-B0CB-4F77-9F2E-5B563E2E9892}" sibTransId="{B945E720-6F06-4254-A150-106E31C86310}"/>
    <dgm:cxn modelId="{A806695B-A6E0-46AC-9B4D-D5A9715056AD}" srcId="{66B37E62-3CE5-4195-8FA8-FFA53B381C91}" destId="{478E028C-5957-4F8A-A196-6E30FF74EB45}" srcOrd="1" destOrd="0" parTransId="{FF9E3C6E-A192-4B6D-915D-33E68FCB12F7}" sibTransId="{DD185444-6613-43CD-8BDC-F2B3C480CE3C}"/>
    <dgm:cxn modelId="{D995D65F-10D4-4CD0-94CF-649DA523AF4A}" srcId="{ABA4EA49-9474-4C7F-907A-1392DB4208DE}" destId="{33CC7345-4F1D-4503-AA1E-79E38952F7CC}" srcOrd="0" destOrd="0" parTransId="{2701B22F-7D47-48D3-9E28-8EF3D3F7A628}" sibTransId="{CE753CE7-5FB4-40B0-B28C-91D999B2D367}"/>
    <dgm:cxn modelId="{173E1365-3FB8-4140-BAC1-6105AEECF902}" srcId="{ABA4EA49-9474-4C7F-907A-1392DB4208DE}" destId="{8ED8A95A-B6CD-4F51-BEB1-DF7FCADBCA85}" srcOrd="1" destOrd="0" parTransId="{7B8196A9-D592-43D7-BB76-EC45FDFE89C0}" sibTransId="{D8940E4F-0521-4004-91E8-E39EDB5C4790}"/>
    <dgm:cxn modelId="{B6749545-9557-4915-A7C5-E0ED0469553E}" srcId="{BB07C2E3-D026-4704-9B7D-0DE88CF32FC7}" destId="{E2C81F7C-A9EA-42B2-B5CB-AD201C7D3E4B}" srcOrd="0" destOrd="0" parTransId="{FAFAC434-56AA-408D-A1A8-AB71B0A3D859}" sibTransId="{96F8F7B4-2016-4876-AB37-37B4D3DE3164}"/>
    <dgm:cxn modelId="{2B980D69-2263-4618-9815-3DE6088623E1}" type="presOf" srcId="{14C38471-C3F5-4111-94E3-3005DDDCEE76}" destId="{FEB2EC6F-E143-490D-9906-0244DB8BC664}" srcOrd="0" destOrd="1" presId="urn:microsoft.com/office/officeart/2005/8/layout/vList5"/>
    <dgm:cxn modelId="{CEFDCC69-EDF9-4321-A1AB-C868AB7B126E}" type="presOf" srcId="{006110E7-6678-40E5-A11C-5F72C0F0CEBC}" destId="{D2A0B516-3125-4C05-B98F-E11B6344A8F5}" srcOrd="0" destOrd="0" presId="urn:microsoft.com/office/officeart/2005/8/layout/vList5"/>
    <dgm:cxn modelId="{7C395752-5715-48BA-810A-7DF4A2AC0C26}" type="presOf" srcId="{E2C81F7C-A9EA-42B2-B5CB-AD201C7D3E4B}" destId="{E50765F9-29D5-46D3-9A87-45287DFC4757}" srcOrd="0" destOrd="0" presId="urn:microsoft.com/office/officeart/2005/8/layout/vList5"/>
    <dgm:cxn modelId="{0B64A573-D7CE-47BC-B736-8AD3A52AB549}" srcId="{006110E7-6678-40E5-A11C-5F72C0F0CEBC}" destId="{66B37E62-3CE5-4195-8FA8-FFA53B381C91}" srcOrd="0" destOrd="0" parTransId="{EC896162-9BD5-4063-81CF-C64396E3F741}" sibTransId="{0263A38E-51C8-41C9-889B-945F22A631FA}"/>
    <dgm:cxn modelId="{C9BC3B7D-A2A1-40FA-BD35-0CAE12EAEC0B}" type="presOf" srcId="{478E028C-5957-4F8A-A196-6E30FF74EB45}" destId="{8B8E3C83-FA44-47E3-AA0D-2F526A93EA40}" srcOrd="0" destOrd="1" presId="urn:microsoft.com/office/officeart/2005/8/layout/vList5"/>
    <dgm:cxn modelId="{FC1B467D-EFC2-416F-B26C-FF09C1997FFE}" type="presOf" srcId="{ABA4EA49-9474-4C7F-907A-1392DB4208DE}" destId="{22031429-2F00-45AE-BE6D-5E0876A71F63}" srcOrd="0" destOrd="0" presId="urn:microsoft.com/office/officeart/2005/8/layout/vList5"/>
    <dgm:cxn modelId="{D4229694-43F8-4EA6-A1B7-25326D0FAFB2}" srcId="{66B37E62-3CE5-4195-8FA8-FFA53B381C91}" destId="{E21870A6-2CFA-4ABA-907B-CFDE1261E0A3}" srcOrd="0" destOrd="0" parTransId="{DB941219-89E1-4F66-9121-F5544ABB49CC}" sibTransId="{43C3D208-2E2E-4842-9FC5-26E55D024229}"/>
    <dgm:cxn modelId="{3056519C-761D-433B-A19A-DDA96717341F}" type="presOf" srcId="{33CC7345-4F1D-4503-AA1E-79E38952F7CC}" destId="{7454F0AF-00AA-4EA8-B5FB-4367B69178AB}" srcOrd="0" destOrd="0" presId="urn:microsoft.com/office/officeart/2005/8/layout/vList5"/>
    <dgm:cxn modelId="{072366A5-704C-4B34-AFA4-96AD3C7B2B82}" type="presOf" srcId="{60CE8BD3-D85B-4B10-9603-C577C26CCCB3}" destId="{FEB2EC6F-E143-490D-9906-0244DB8BC664}" srcOrd="0" destOrd="0" presId="urn:microsoft.com/office/officeart/2005/8/layout/vList5"/>
    <dgm:cxn modelId="{D95D2BB0-9A3D-453B-AA2F-BEE028A7DD46}" srcId="{77520C08-6577-40B1-AD58-F15D38E27049}" destId="{14C38471-C3F5-4111-94E3-3005DDDCEE76}" srcOrd="1" destOrd="0" parTransId="{AA2293F7-A7BF-4C0C-A57E-5520A89E9935}" sibTransId="{D4285103-5DC0-48C5-82A7-2C704F0B6D5C}"/>
    <dgm:cxn modelId="{78F073B7-65CC-4A0F-80C1-F2E242830E39}" srcId="{006110E7-6678-40E5-A11C-5F72C0F0CEBC}" destId="{77520C08-6577-40B1-AD58-F15D38E27049}" srcOrd="2" destOrd="0" parTransId="{6C1BBE05-15C2-4C49-A136-99292F9DFF9B}" sibTransId="{649F59F3-7D79-4C18-A26D-74466EADE309}"/>
    <dgm:cxn modelId="{002C2FB8-AD55-4937-996B-E5DD32E86A48}" srcId="{BB07C2E3-D026-4704-9B7D-0DE88CF32FC7}" destId="{2A4A6CD8-D7AD-4228-8D09-F3633AF772E2}" srcOrd="1" destOrd="0" parTransId="{ABE49C94-0B26-4502-B356-40D4DCBF3623}" sibTransId="{18687431-21FE-4F36-B0EC-CD2558775C46}"/>
    <dgm:cxn modelId="{484ED2C6-2E68-40A4-8B97-09BB85776739}" type="presOf" srcId="{BB07C2E3-D026-4704-9B7D-0DE88CF32FC7}" destId="{F8634050-D10C-483D-9AAE-BFAA05360620}" srcOrd="0" destOrd="0" presId="urn:microsoft.com/office/officeart/2005/8/layout/vList5"/>
    <dgm:cxn modelId="{6CEC6ECC-8068-47F4-B349-C92A2A1C6F72}" type="presOf" srcId="{82AF2971-FD06-43AB-858E-116D992D36E3}" destId="{0867FBD8-D3D9-4978-97D0-B0E7FE0AD480}" srcOrd="0" destOrd="0" presId="urn:microsoft.com/office/officeart/2005/8/layout/vList5"/>
    <dgm:cxn modelId="{66E402CE-2E17-47E3-A37E-3FB47CC1DB46}" srcId="{006110E7-6678-40E5-A11C-5F72C0F0CEBC}" destId="{BB07C2E3-D026-4704-9B7D-0DE88CF32FC7}" srcOrd="1" destOrd="0" parTransId="{54986B18-7637-4562-A2B9-786E6B85D0F3}" sibTransId="{980B2C15-7E55-48BF-ACA7-333E90A4742D}"/>
    <dgm:cxn modelId="{7C01ACD6-56AB-4FDF-A719-7D007B4F49D8}" type="presOf" srcId="{E21870A6-2CFA-4ABA-907B-CFDE1261E0A3}" destId="{8B8E3C83-FA44-47E3-AA0D-2F526A93EA40}" srcOrd="0" destOrd="0" presId="urn:microsoft.com/office/officeart/2005/8/layout/vList5"/>
    <dgm:cxn modelId="{3D5AACDB-9F95-46CF-BDC8-26EBDB3D10BC}" type="presOf" srcId="{66B37E62-3CE5-4195-8FA8-FFA53B381C91}" destId="{CA705000-4001-4E4F-9D2B-4F94A0245627}" srcOrd="0" destOrd="0" presId="urn:microsoft.com/office/officeart/2005/8/layout/vList5"/>
    <dgm:cxn modelId="{08A650DF-66FE-4435-9D52-4B9D58B1DC88}" type="presOf" srcId="{2AB8BBAE-522A-4E98-91E0-507F1B9A9F5F}" destId="{75F6A048-68A7-48F1-88E0-BEDA243A2073}" srcOrd="0" destOrd="0" presId="urn:microsoft.com/office/officeart/2005/8/layout/vList5"/>
    <dgm:cxn modelId="{B66898E4-4D9C-48C2-96D1-D0EA90C94968}" type="presOf" srcId="{77520C08-6577-40B1-AD58-F15D38E27049}" destId="{6EEFB1E6-2439-457A-93C4-D8E746E3DDA6}" srcOrd="0" destOrd="0" presId="urn:microsoft.com/office/officeart/2005/8/layout/vList5"/>
    <dgm:cxn modelId="{F00A7FF1-1074-488F-9528-16FC52D705D5}" type="presOf" srcId="{8ED8A95A-B6CD-4F51-BEB1-DF7FCADBCA85}" destId="{7454F0AF-00AA-4EA8-B5FB-4367B69178AB}" srcOrd="0" destOrd="1" presId="urn:microsoft.com/office/officeart/2005/8/layout/vList5"/>
    <dgm:cxn modelId="{8E6ECDF1-582B-4CB3-B759-352A7DF1AF7C}" type="presOf" srcId="{2A4A6CD8-D7AD-4228-8D09-F3633AF772E2}" destId="{E50765F9-29D5-46D3-9A87-45287DFC4757}" srcOrd="0" destOrd="1" presId="urn:microsoft.com/office/officeart/2005/8/layout/vList5"/>
    <dgm:cxn modelId="{434AEFF9-F664-4714-9EC4-E7639753D706}" srcId="{006110E7-6678-40E5-A11C-5F72C0F0CEBC}" destId="{ABA4EA49-9474-4C7F-907A-1392DB4208DE}" srcOrd="3" destOrd="0" parTransId="{70292A2C-7A3E-4BA1-808C-D1C060BDB85E}" sibTransId="{46E08358-1C48-46B9-BE28-5F03949AB48A}"/>
    <dgm:cxn modelId="{14CE7795-DA05-438D-82B6-4110BC7C8145}" type="presParOf" srcId="{D2A0B516-3125-4C05-B98F-E11B6344A8F5}" destId="{494369BA-8B73-44C2-8CCE-4985201AFC8D}" srcOrd="0" destOrd="0" presId="urn:microsoft.com/office/officeart/2005/8/layout/vList5"/>
    <dgm:cxn modelId="{F667626E-F011-4A3E-82B4-73207F99DEBB}" type="presParOf" srcId="{494369BA-8B73-44C2-8CCE-4985201AFC8D}" destId="{CA705000-4001-4E4F-9D2B-4F94A0245627}" srcOrd="0" destOrd="0" presId="urn:microsoft.com/office/officeart/2005/8/layout/vList5"/>
    <dgm:cxn modelId="{5004BAB3-2C83-469A-8114-5888842BCD9D}" type="presParOf" srcId="{494369BA-8B73-44C2-8CCE-4985201AFC8D}" destId="{8B8E3C83-FA44-47E3-AA0D-2F526A93EA40}" srcOrd="1" destOrd="0" presId="urn:microsoft.com/office/officeart/2005/8/layout/vList5"/>
    <dgm:cxn modelId="{ADAA4542-9F10-41E1-B3C5-B8C59A130396}" type="presParOf" srcId="{D2A0B516-3125-4C05-B98F-E11B6344A8F5}" destId="{E82CC00A-FC3B-4A69-BC01-C1AC7D8C85AA}" srcOrd="1" destOrd="0" presId="urn:microsoft.com/office/officeart/2005/8/layout/vList5"/>
    <dgm:cxn modelId="{D8BCBC8B-50E9-47D7-A6E9-DDD7886AC85F}" type="presParOf" srcId="{D2A0B516-3125-4C05-B98F-E11B6344A8F5}" destId="{AA240A1D-2A56-4FEB-8019-A39F97CCCA65}" srcOrd="2" destOrd="0" presId="urn:microsoft.com/office/officeart/2005/8/layout/vList5"/>
    <dgm:cxn modelId="{D3960EE4-34BE-46AC-B6DB-4075939A654B}" type="presParOf" srcId="{AA240A1D-2A56-4FEB-8019-A39F97CCCA65}" destId="{F8634050-D10C-483D-9AAE-BFAA05360620}" srcOrd="0" destOrd="0" presId="urn:microsoft.com/office/officeart/2005/8/layout/vList5"/>
    <dgm:cxn modelId="{D21EC238-7254-4793-BE22-AA2265A5E5C1}" type="presParOf" srcId="{AA240A1D-2A56-4FEB-8019-A39F97CCCA65}" destId="{E50765F9-29D5-46D3-9A87-45287DFC4757}" srcOrd="1" destOrd="0" presId="urn:microsoft.com/office/officeart/2005/8/layout/vList5"/>
    <dgm:cxn modelId="{C83565E9-BBC2-486A-940F-04811A3D8DDB}" type="presParOf" srcId="{D2A0B516-3125-4C05-B98F-E11B6344A8F5}" destId="{BCF99E7C-DA6F-41ED-917B-57CBA717116B}" srcOrd="3" destOrd="0" presId="urn:microsoft.com/office/officeart/2005/8/layout/vList5"/>
    <dgm:cxn modelId="{95B502A2-7737-4F84-89A1-A593797B9E45}" type="presParOf" srcId="{D2A0B516-3125-4C05-B98F-E11B6344A8F5}" destId="{5494A3CC-7139-453A-86BB-E4FDD68422B1}" srcOrd="4" destOrd="0" presId="urn:microsoft.com/office/officeart/2005/8/layout/vList5"/>
    <dgm:cxn modelId="{654EB8A0-4F94-4A90-A081-7BB23F7D19D5}" type="presParOf" srcId="{5494A3CC-7139-453A-86BB-E4FDD68422B1}" destId="{6EEFB1E6-2439-457A-93C4-D8E746E3DDA6}" srcOrd="0" destOrd="0" presId="urn:microsoft.com/office/officeart/2005/8/layout/vList5"/>
    <dgm:cxn modelId="{E990D8B1-AB1C-4282-9144-7D6CD6B1E4CA}" type="presParOf" srcId="{5494A3CC-7139-453A-86BB-E4FDD68422B1}" destId="{FEB2EC6F-E143-490D-9906-0244DB8BC664}" srcOrd="1" destOrd="0" presId="urn:microsoft.com/office/officeart/2005/8/layout/vList5"/>
    <dgm:cxn modelId="{CBE888AF-EF3F-4313-821C-6590E2183C9A}" type="presParOf" srcId="{D2A0B516-3125-4C05-B98F-E11B6344A8F5}" destId="{88F0AE0C-087F-45E8-A10E-DC26590F98C3}" srcOrd="5" destOrd="0" presId="urn:microsoft.com/office/officeart/2005/8/layout/vList5"/>
    <dgm:cxn modelId="{83E5ECF2-EE3D-4FB4-8AB5-2C3BE6A968EE}" type="presParOf" srcId="{D2A0B516-3125-4C05-B98F-E11B6344A8F5}" destId="{C3601AD1-0A1D-4B8C-9EB0-2FAFD1D32249}" srcOrd="6" destOrd="0" presId="urn:microsoft.com/office/officeart/2005/8/layout/vList5"/>
    <dgm:cxn modelId="{99DE4A39-036B-447F-9436-A30696858BFE}" type="presParOf" srcId="{C3601AD1-0A1D-4B8C-9EB0-2FAFD1D32249}" destId="{22031429-2F00-45AE-BE6D-5E0876A71F63}" srcOrd="0" destOrd="0" presId="urn:microsoft.com/office/officeart/2005/8/layout/vList5"/>
    <dgm:cxn modelId="{9C5F1814-8054-4BF8-A376-F455C8B62CE7}" type="presParOf" srcId="{C3601AD1-0A1D-4B8C-9EB0-2FAFD1D32249}" destId="{7454F0AF-00AA-4EA8-B5FB-4367B69178AB}" srcOrd="1" destOrd="0" presId="urn:microsoft.com/office/officeart/2005/8/layout/vList5"/>
    <dgm:cxn modelId="{36E77421-F6F9-4721-9CAA-A3465A88EC94}" type="presParOf" srcId="{D2A0B516-3125-4C05-B98F-E11B6344A8F5}" destId="{12BE4634-3B10-4EF0-9BA5-3639E8B30301}" srcOrd="7" destOrd="0" presId="urn:microsoft.com/office/officeart/2005/8/layout/vList5"/>
    <dgm:cxn modelId="{48630B42-F4A1-4213-92BE-1898E3F87E3B}" type="presParOf" srcId="{D2A0B516-3125-4C05-B98F-E11B6344A8F5}" destId="{55E88DC3-1DD7-4FB2-8DEF-3E4B65FBD5CB}" srcOrd="8" destOrd="0" presId="urn:microsoft.com/office/officeart/2005/8/layout/vList5"/>
    <dgm:cxn modelId="{449ED8AC-9420-4ACB-A993-5EC941ECAB9E}" type="presParOf" srcId="{55E88DC3-1DD7-4FB2-8DEF-3E4B65FBD5CB}" destId="{75F6A048-68A7-48F1-88E0-BEDA243A2073}" srcOrd="0" destOrd="0" presId="urn:microsoft.com/office/officeart/2005/8/layout/vList5"/>
    <dgm:cxn modelId="{D4767432-0F5E-482F-A99E-DB2BE87B06AF}" type="presParOf" srcId="{55E88DC3-1DD7-4FB2-8DEF-3E4B65FBD5CB}" destId="{0867FBD8-D3D9-4978-97D0-B0E7FE0AD48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8B8F8-B7D6-4F39-873A-68851760A6F6}">
      <dsp:nvSpPr>
        <dsp:cNvPr id="0" name=""/>
        <dsp:cNvSpPr/>
      </dsp:nvSpPr>
      <dsp:spPr>
        <a:xfrm>
          <a:off x="856812" y="205698"/>
          <a:ext cx="542352" cy="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8E79D5-2A31-45B3-BDE4-AC3A9BAB81B7}">
      <dsp:nvSpPr>
        <dsp:cNvPr id="0" name=""/>
        <dsp:cNvSpPr/>
      </dsp:nvSpPr>
      <dsp:spPr>
        <a:xfrm>
          <a:off x="1352677" y="142511"/>
          <a:ext cx="71280" cy="133883"/>
        </a:xfrm>
        <a:prstGeom prst="chevron">
          <a:avLst>
            <a:gd name="adj" fmla="val 9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00" tIns="165100" rIns="24600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Open a brokerage account</a:t>
          </a:r>
        </a:p>
      </dsp:txBody>
      <dsp:txXfrm>
        <a:off x="114122" y="775896"/>
        <a:ext cx="1330422" cy="1031731"/>
      </dsp:txXfrm>
    </dsp:sp>
    <dsp:sp modelId="{9518A43D-B7FD-4A7E-9A82-29B1BD006277}">
      <dsp:nvSpPr>
        <dsp:cNvPr id="0" name=""/>
        <dsp:cNvSpPr/>
      </dsp:nvSpPr>
      <dsp:spPr>
        <a:xfrm>
          <a:off x="573599" y="0"/>
          <a:ext cx="411468" cy="41146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967" tIns="15967" rIns="15967" bIns="15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1</a:t>
          </a:r>
        </a:p>
      </dsp:txBody>
      <dsp:txXfrm>
        <a:off x="633857" y="60258"/>
        <a:ext cx="290952" cy="290952"/>
      </dsp:txXfrm>
    </dsp:sp>
    <dsp:sp modelId="{ADD4F196-ABA8-47BA-8F86-5EA4996B1A3B}">
      <dsp:nvSpPr>
        <dsp:cNvPr id="0" name=""/>
        <dsp:cNvSpPr/>
      </dsp:nvSpPr>
      <dsp:spPr>
        <a:xfrm>
          <a:off x="779297" y="483468"/>
          <a:ext cx="72" cy="26032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983EBD0-B4A4-4336-BB8A-115CAD867D46}">
      <dsp:nvSpPr>
        <dsp:cNvPr id="0" name=""/>
        <dsp:cNvSpPr/>
      </dsp:nvSpPr>
      <dsp:spPr>
        <a:xfrm>
          <a:off x="82023" y="743797"/>
          <a:ext cx="1394620" cy="10959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600" tIns="165100" rIns="24600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Open a brokerage account</a:t>
          </a:r>
        </a:p>
      </dsp:txBody>
      <dsp:txXfrm>
        <a:off x="114122" y="775896"/>
        <a:ext cx="1330422" cy="1031731"/>
      </dsp:txXfrm>
    </dsp:sp>
    <dsp:sp modelId="{EDC1B7B3-0E81-4B3D-92CD-D49AA180654E}">
      <dsp:nvSpPr>
        <dsp:cNvPr id="0" name=""/>
        <dsp:cNvSpPr/>
      </dsp:nvSpPr>
      <dsp:spPr>
        <a:xfrm>
          <a:off x="1554122" y="205698"/>
          <a:ext cx="1394620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A1B644-8EE1-479E-838E-B51A84DBC16D}">
      <dsp:nvSpPr>
        <dsp:cNvPr id="0" name=""/>
        <dsp:cNvSpPr/>
      </dsp:nvSpPr>
      <dsp:spPr>
        <a:xfrm>
          <a:off x="2902256" y="142511"/>
          <a:ext cx="71280" cy="133883"/>
        </a:xfrm>
        <a:prstGeom prst="chevron">
          <a:avLst>
            <a:gd name="adj" fmla="val 9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00" tIns="165100" rIns="24600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Deposit Money</a:t>
          </a:r>
        </a:p>
      </dsp:txBody>
      <dsp:txXfrm>
        <a:off x="1663700" y="775896"/>
        <a:ext cx="1330422" cy="1031731"/>
      </dsp:txXfrm>
    </dsp:sp>
    <dsp:sp modelId="{FE280FA9-3ABA-42A9-8255-583AF2F36AF1}">
      <dsp:nvSpPr>
        <dsp:cNvPr id="0" name=""/>
        <dsp:cNvSpPr/>
      </dsp:nvSpPr>
      <dsp:spPr>
        <a:xfrm>
          <a:off x="2123177" y="0"/>
          <a:ext cx="411468" cy="41146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967" tIns="15967" rIns="15967" bIns="15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800" kern="1200"/>
            <a:t>2</a:t>
          </a:r>
        </a:p>
      </dsp:txBody>
      <dsp:txXfrm>
        <a:off x="2183435" y="60258"/>
        <a:ext cx="290952" cy="290952"/>
      </dsp:txXfrm>
    </dsp:sp>
    <dsp:sp modelId="{4A5EAE37-FE7F-4DB9-98B2-6DEF54EE94D9}">
      <dsp:nvSpPr>
        <dsp:cNvPr id="0" name=""/>
        <dsp:cNvSpPr/>
      </dsp:nvSpPr>
      <dsp:spPr>
        <a:xfrm>
          <a:off x="2328876" y="483468"/>
          <a:ext cx="72" cy="26032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5D438F4-7A47-461B-BE18-73D471458D32}">
      <dsp:nvSpPr>
        <dsp:cNvPr id="0" name=""/>
        <dsp:cNvSpPr/>
      </dsp:nvSpPr>
      <dsp:spPr>
        <a:xfrm>
          <a:off x="1631601" y="743797"/>
          <a:ext cx="1394620" cy="10959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600" tIns="165100" rIns="24600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Deposit Money</a:t>
          </a:r>
        </a:p>
      </dsp:txBody>
      <dsp:txXfrm>
        <a:off x="1663700" y="775896"/>
        <a:ext cx="1330422" cy="1031731"/>
      </dsp:txXfrm>
    </dsp:sp>
    <dsp:sp modelId="{289293C0-6986-4A9B-8B66-A4CFBA15391D}">
      <dsp:nvSpPr>
        <dsp:cNvPr id="0" name=""/>
        <dsp:cNvSpPr/>
      </dsp:nvSpPr>
      <dsp:spPr>
        <a:xfrm>
          <a:off x="3103701" y="205698"/>
          <a:ext cx="1394620" cy="7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81DBF9-595D-4E3E-9E8D-6AB1F6E9C27B}">
      <dsp:nvSpPr>
        <dsp:cNvPr id="0" name=""/>
        <dsp:cNvSpPr/>
      </dsp:nvSpPr>
      <dsp:spPr>
        <a:xfrm>
          <a:off x="4451834" y="142511"/>
          <a:ext cx="71280" cy="133883"/>
        </a:xfrm>
        <a:prstGeom prst="chevron">
          <a:avLst>
            <a:gd name="adj" fmla="val 9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00" tIns="165100" rIns="24600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Research ETFs</a:t>
          </a:r>
        </a:p>
      </dsp:txBody>
      <dsp:txXfrm>
        <a:off x="3213279" y="775896"/>
        <a:ext cx="1330422" cy="1031731"/>
      </dsp:txXfrm>
    </dsp:sp>
    <dsp:sp modelId="{FE0DBB90-4306-4FE1-B73B-DE27EC8B3C7C}">
      <dsp:nvSpPr>
        <dsp:cNvPr id="0" name=""/>
        <dsp:cNvSpPr/>
      </dsp:nvSpPr>
      <dsp:spPr>
        <a:xfrm>
          <a:off x="3672756" y="0"/>
          <a:ext cx="411468" cy="41146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967" tIns="15967" rIns="15967" bIns="15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</a:t>
          </a:r>
        </a:p>
      </dsp:txBody>
      <dsp:txXfrm>
        <a:off x="3733014" y="60258"/>
        <a:ext cx="290952" cy="290952"/>
      </dsp:txXfrm>
    </dsp:sp>
    <dsp:sp modelId="{79422374-792F-485D-B43E-A07B4A9069B1}">
      <dsp:nvSpPr>
        <dsp:cNvPr id="0" name=""/>
        <dsp:cNvSpPr/>
      </dsp:nvSpPr>
      <dsp:spPr>
        <a:xfrm>
          <a:off x="3878454" y="483468"/>
          <a:ext cx="72" cy="26032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583A1C6-CE98-4BA7-B4CD-83A001B8CC37}">
      <dsp:nvSpPr>
        <dsp:cNvPr id="0" name=""/>
        <dsp:cNvSpPr/>
      </dsp:nvSpPr>
      <dsp:spPr>
        <a:xfrm>
          <a:off x="3181180" y="743797"/>
          <a:ext cx="1394620" cy="10959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600" tIns="165100" rIns="24600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Research ETFs</a:t>
          </a:r>
        </a:p>
      </dsp:txBody>
      <dsp:txXfrm>
        <a:off x="3213279" y="775896"/>
        <a:ext cx="1330422" cy="1031731"/>
      </dsp:txXfrm>
    </dsp:sp>
    <dsp:sp modelId="{ED047CF4-C70F-4024-996D-6F84175428AF}">
      <dsp:nvSpPr>
        <dsp:cNvPr id="0" name=""/>
        <dsp:cNvSpPr/>
      </dsp:nvSpPr>
      <dsp:spPr>
        <a:xfrm>
          <a:off x="4653279" y="205698"/>
          <a:ext cx="1394620" cy="7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0B1EC0-9534-41F6-B61B-B7B0FBE8B247}">
      <dsp:nvSpPr>
        <dsp:cNvPr id="0" name=""/>
        <dsp:cNvSpPr/>
      </dsp:nvSpPr>
      <dsp:spPr>
        <a:xfrm>
          <a:off x="6001413" y="142511"/>
          <a:ext cx="71280" cy="133883"/>
        </a:xfrm>
        <a:prstGeom prst="chevron">
          <a:avLst>
            <a:gd name="adj" fmla="val 9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00" tIns="165100" rIns="24600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Choose an ETF</a:t>
          </a:r>
        </a:p>
      </dsp:txBody>
      <dsp:txXfrm>
        <a:off x="4762857" y="775896"/>
        <a:ext cx="1330422" cy="1031731"/>
      </dsp:txXfrm>
    </dsp:sp>
    <dsp:sp modelId="{9436DFF2-637B-46DC-ABEB-8BFDA377129F}">
      <dsp:nvSpPr>
        <dsp:cNvPr id="0" name=""/>
        <dsp:cNvSpPr/>
      </dsp:nvSpPr>
      <dsp:spPr>
        <a:xfrm>
          <a:off x="5222335" y="0"/>
          <a:ext cx="411468" cy="41146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967" tIns="15967" rIns="15967" bIns="15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</a:t>
          </a:r>
        </a:p>
      </dsp:txBody>
      <dsp:txXfrm>
        <a:off x="5282593" y="60258"/>
        <a:ext cx="290952" cy="290952"/>
      </dsp:txXfrm>
    </dsp:sp>
    <dsp:sp modelId="{23A2EAC6-EE8E-4A30-B804-986AFB8A3372}">
      <dsp:nvSpPr>
        <dsp:cNvPr id="0" name=""/>
        <dsp:cNvSpPr/>
      </dsp:nvSpPr>
      <dsp:spPr>
        <a:xfrm>
          <a:off x="5428033" y="483468"/>
          <a:ext cx="72" cy="26032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8954B02-8683-41E5-BD41-ADBD3A2B7C33}">
      <dsp:nvSpPr>
        <dsp:cNvPr id="0" name=""/>
        <dsp:cNvSpPr/>
      </dsp:nvSpPr>
      <dsp:spPr>
        <a:xfrm>
          <a:off x="4730758" y="743797"/>
          <a:ext cx="1394620" cy="10959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600" tIns="165100" rIns="24600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Choose an ETF</a:t>
          </a:r>
        </a:p>
      </dsp:txBody>
      <dsp:txXfrm>
        <a:off x="4762857" y="775896"/>
        <a:ext cx="1330422" cy="1031731"/>
      </dsp:txXfrm>
    </dsp:sp>
    <dsp:sp modelId="{6EF84321-2025-404B-8195-94B51399F3A6}">
      <dsp:nvSpPr>
        <dsp:cNvPr id="0" name=""/>
        <dsp:cNvSpPr/>
      </dsp:nvSpPr>
      <dsp:spPr>
        <a:xfrm>
          <a:off x="6202858" y="205698"/>
          <a:ext cx="1394620" cy="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037D4E-8743-4078-AE27-509243E8C564}">
      <dsp:nvSpPr>
        <dsp:cNvPr id="0" name=""/>
        <dsp:cNvSpPr/>
      </dsp:nvSpPr>
      <dsp:spPr>
        <a:xfrm>
          <a:off x="7550991" y="142511"/>
          <a:ext cx="71280" cy="133883"/>
        </a:xfrm>
        <a:prstGeom prst="chevron">
          <a:avLst>
            <a:gd name="adj" fmla="val 9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00" tIns="165100" rIns="24600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Buy Shares</a:t>
          </a:r>
        </a:p>
      </dsp:txBody>
      <dsp:txXfrm>
        <a:off x="6312436" y="775896"/>
        <a:ext cx="1330422" cy="1031731"/>
      </dsp:txXfrm>
    </dsp:sp>
    <dsp:sp modelId="{178C0244-6872-4D82-8722-4A9237ACD59A}">
      <dsp:nvSpPr>
        <dsp:cNvPr id="0" name=""/>
        <dsp:cNvSpPr/>
      </dsp:nvSpPr>
      <dsp:spPr>
        <a:xfrm>
          <a:off x="6771913" y="0"/>
          <a:ext cx="411468" cy="41146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967" tIns="15967" rIns="15967" bIns="15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5</a:t>
          </a:r>
        </a:p>
      </dsp:txBody>
      <dsp:txXfrm>
        <a:off x="6832171" y="60258"/>
        <a:ext cx="290952" cy="290952"/>
      </dsp:txXfrm>
    </dsp:sp>
    <dsp:sp modelId="{8E094FCF-A368-4702-9FD8-0104D577BD59}">
      <dsp:nvSpPr>
        <dsp:cNvPr id="0" name=""/>
        <dsp:cNvSpPr/>
      </dsp:nvSpPr>
      <dsp:spPr>
        <a:xfrm>
          <a:off x="6977611" y="483468"/>
          <a:ext cx="72" cy="260329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75D32B3-EFD1-4998-9833-B4FCF414860F}">
      <dsp:nvSpPr>
        <dsp:cNvPr id="0" name=""/>
        <dsp:cNvSpPr/>
      </dsp:nvSpPr>
      <dsp:spPr>
        <a:xfrm>
          <a:off x="6280337" y="743797"/>
          <a:ext cx="1394620" cy="10959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600" tIns="165100" rIns="24600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Buy Shares</a:t>
          </a:r>
        </a:p>
      </dsp:txBody>
      <dsp:txXfrm>
        <a:off x="6312436" y="775896"/>
        <a:ext cx="1330422" cy="1031731"/>
      </dsp:txXfrm>
    </dsp:sp>
    <dsp:sp modelId="{5E574C10-760C-4607-B066-5FC0350CA54E}">
      <dsp:nvSpPr>
        <dsp:cNvPr id="0" name=""/>
        <dsp:cNvSpPr/>
      </dsp:nvSpPr>
      <dsp:spPr>
        <a:xfrm>
          <a:off x="7752437" y="205698"/>
          <a:ext cx="774789" cy="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1CE934-7CC5-4C36-A86D-55F5E866D611}">
      <dsp:nvSpPr>
        <dsp:cNvPr id="0" name=""/>
        <dsp:cNvSpPr/>
      </dsp:nvSpPr>
      <dsp:spPr>
        <a:xfrm>
          <a:off x="8321492" y="0"/>
          <a:ext cx="411468" cy="41146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967" tIns="15967" rIns="15967" bIns="15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6</a:t>
          </a:r>
        </a:p>
      </dsp:txBody>
      <dsp:txXfrm>
        <a:off x="8381750" y="60258"/>
        <a:ext cx="290952" cy="290952"/>
      </dsp:txXfrm>
    </dsp:sp>
    <dsp:sp modelId="{630DFD18-147C-402E-9309-DCD2F18D3EA0}">
      <dsp:nvSpPr>
        <dsp:cNvPr id="0" name=""/>
        <dsp:cNvSpPr/>
      </dsp:nvSpPr>
      <dsp:spPr>
        <a:xfrm>
          <a:off x="8527190" y="483468"/>
          <a:ext cx="72" cy="26032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02CDB40-F233-4705-AB38-89B841DE9292}">
      <dsp:nvSpPr>
        <dsp:cNvPr id="0" name=""/>
        <dsp:cNvSpPr/>
      </dsp:nvSpPr>
      <dsp:spPr>
        <a:xfrm>
          <a:off x="7829916" y="743797"/>
          <a:ext cx="1394620" cy="10959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600" tIns="165100" rIns="24600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Monitor Your Investment</a:t>
          </a:r>
        </a:p>
      </dsp:txBody>
      <dsp:txXfrm>
        <a:off x="7862015" y="775896"/>
        <a:ext cx="1330422" cy="10317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8E3C83-FA44-47E3-AA0D-2F526A93EA40}">
      <dsp:nvSpPr>
        <dsp:cNvPr id="0" name=""/>
        <dsp:cNvSpPr/>
      </dsp:nvSpPr>
      <dsp:spPr>
        <a:xfrm rot="5400000">
          <a:off x="6741330" y="-2666114"/>
          <a:ext cx="574706" cy="605389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Explains what ETFs are and how they work.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Gives information about ETF risks, fees, and benefits.</a:t>
          </a:r>
        </a:p>
      </dsp:txBody>
      <dsp:txXfrm rot="-5400000">
        <a:off x="4001734" y="101537"/>
        <a:ext cx="6025844" cy="518596"/>
      </dsp:txXfrm>
    </dsp:sp>
    <dsp:sp modelId="{CA705000-4001-4E4F-9D2B-4F94A0245627}">
      <dsp:nvSpPr>
        <dsp:cNvPr id="0" name=""/>
        <dsp:cNvSpPr/>
      </dsp:nvSpPr>
      <dsp:spPr>
        <a:xfrm>
          <a:off x="2766" y="1643"/>
          <a:ext cx="3998967" cy="71838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1. </a:t>
          </a:r>
          <a:r>
            <a:rPr lang="en-US" sz="2400" kern="120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Investor.gov</a:t>
          </a:r>
          <a:endParaRPr lang="en-US" sz="2400" kern="1200" dirty="0"/>
        </a:p>
      </dsp:txBody>
      <dsp:txXfrm>
        <a:off x="37835" y="36712"/>
        <a:ext cx="3928829" cy="648245"/>
      </dsp:txXfrm>
    </dsp:sp>
    <dsp:sp modelId="{E50765F9-29D5-46D3-9A87-45287DFC4757}">
      <dsp:nvSpPr>
        <dsp:cNvPr id="0" name=""/>
        <dsp:cNvSpPr/>
      </dsp:nvSpPr>
      <dsp:spPr>
        <a:xfrm rot="5400000">
          <a:off x="6741330" y="-1911812"/>
          <a:ext cx="574706" cy="605389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Allows investors to search for and compare ETFs.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Shows the impact of fees and expenses on an investment over time.</a:t>
          </a:r>
        </a:p>
      </dsp:txBody>
      <dsp:txXfrm rot="-5400000">
        <a:off x="4001734" y="855839"/>
        <a:ext cx="6025844" cy="518596"/>
      </dsp:txXfrm>
    </dsp:sp>
    <dsp:sp modelId="{F8634050-D10C-483D-9AAE-BFAA05360620}">
      <dsp:nvSpPr>
        <dsp:cNvPr id="0" name=""/>
        <dsp:cNvSpPr/>
      </dsp:nvSpPr>
      <dsp:spPr>
        <a:xfrm>
          <a:off x="2766" y="755945"/>
          <a:ext cx="3998967" cy="71838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2. </a:t>
          </a:r>
          <a:r>
            <a:rPr lang="en-US" sz="2400" kern="1200"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FINRA Fund Analyzer</a:t>
          </a:r>
          <a:endParaRPr lang="en-US" sz="2400" kern="1200" dirty="0"/>
        </a:p>
      </dsp:txBody>
      <dsp:txXfrm>
        <a:off x="37835" y="791014"/>
        <a:ext cx="3928829" cy="648245"/>
      </dsp:txXfrm>
    </dsp:sp>
    <dsp:sp modelId="{FEB2EC6F-E143-490D-9906-0244DB8BC664}">
      <dsp:nvSpPr>
        <dsp:cNvPr id="0" name=""/>
        <dsp:cNvSpPr/>
      </dsp:nvSpPr>
      <dsp:spPr>
        <a:xfrm rot="5400000">
          <a:off x="6741330" y="-1157509"/>
          <a:ext cx="574706" cy="605389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Provides ETF ratings, performance history, fees, risk levels, and holdings.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Its screener helps investors in reducing the number of ETFs they have to choose from.</a:t>
          </a:r>
        </a:p>
      </dsp:txBody>
      <dsp:txXfrm rot="-5400000">
        <a:off x="4001734" y="1610142"/>
        <a:ext cx="6025844" cy="518596"/>
      </dsp:txXfrm>
    </dsp:sp>
    <dsp:sp modelId="{6EEFB1E6-2439-457A-93C4-D8E746E3DDA6}">
      <dsp:nvSpPr>
        <dsp:cNvPr id="0" name=""/>
        <dsp:cNvSpPr/>
      </dsp:nvSpPr>
      <dsp:spPr>
        <a:xfrm>
          <a:off x="2766" y="1510248"/>
          <a:ext cx="3998967" cy="71838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</a:t>
          </a:r>
          <a:r>
            <a:rPr lang="en-US" sz="2400" kern="1200" dirty="0"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Morningstar</a:t>
          </a:r>
          <a:endParaRPr lang="en-US" sz="2400" kern="1200" dirty="0"/>
        </a:p>
      </dsp:txBody>
      <dsp:txXfrm>
        <a:off x="37835" y="1545317"/>
        <a:ext cx="3928829" cy="648245"/>
      </dsp:txXfrm>
    </dsp:sp>
    <dsp:sp modelId="{7454F0AF-00AA-4EA8-B5FB-4367B69178AB}">
      <dsp:nvSpPr>
        <dsp:cNvPr id="0" name=""/>
        <dsp:cNvSpPr/>
      </dsp:nvSpPr>
      <dsp:spPr>
        <a:xfrm rot="5400000">
          <a:off x="6741330" y="-403207"/>
          <a:ext cx="574706" cy="605389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Provides information about the ETFs, including an ETF screener and educational articles.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Investors can use filters to compare various ETF options.</a:t>
          </a:r>
        </a:p>
      </dsp:txBody>
      <dsp:txXfrm rot="-5400000">
        <a:off x="4001734" y="2364444"/>
        <a:ext cx="6025844" cy="518596"/>
      </dsp:txXfrm>
    </dsp:sp>
    <dsp:sp modelId="{22031429-2F00-45AE-BE6D-5E0876A71F63}">
      <dsp:nvSpPr>
        <dsp:cNvPr id="0" name=""/>
        <dsp:cNvSpPr/>
      </dsp:nvSpPr>
      <dsp:spPr>
        <a:xfrm>
          <a:off x="0" y="2282927"/>
          <a:ext cx="3998967" cy="71838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4. </a:t>
          </a:r>
          <a:r>
            <a:rPr lang="en-US" sz="2400" kern="1200"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ETF.com</a:t>
          </a:r>
          <a:endParaRPr lang="en-US" sz="2400" kern="1200" dirty="0"/>
        </a:p>
      </dsp:txBody>
      <dsp:txXfrm>
        <a:off x="35069" y="2317996"/>
        <a:ext cx="3928829" cy="648245"/>
      </dsp:txXfrm>
    </dsp:sp>
    <dsp:sp modelId="{0867FBD8-D3D9-4978-97D0-B0E7FE0AD480}">
      <dsp:nvSpPr>
        <dsp:cNvPr id="0" name=""/>
        <dsp:cNvSpPr/>
      </dsp:nvSpPr>
      <dsp:spPr>
        <a:xfrm rot="5400000">
          <a:off x="6741330" y="351095"/>
          <a:ext cx="574706" cy="605389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Gives simple definitions and basic investing tips.</a:t>
          </a:r>
        </a:p>
      </dsp:txBody>
      <dsp:txXfrm rot="-5400000">
        <a:off x="4001734" y="3118747"/>
        <a:ext cx="6025844" cy="518596"/>
      </dsp:txXfrm>
    </dsp:sp>
    <dsp:sp modelId="{75F6A048-68A7-48F1-88E0-BEDA243A2073}">
      <dsp:nvSpPr>
        <dsp:cNvPr id="0" name=""/>
        <dsp:cNvSpPr/>
      </dsp:nvSpPr>
      <dsp:spPr>
        <a:xfrm>
          <a:off x="2766" y="3018853"/>
          <a:ext cx="3998967" cy="71838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5. </a:t>
          </a:r>
          <a:r>
            <a:rPr lang="en-US" sz="2400" kern="1200" dirty="0"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Investopedia</a:t>
          </a:r>
          <a:endParaRPr lang="en-US" sz="2400" kern="1200" dirty="0"/>
        </a:p>
      </dsp:txBody>
      <dsp:txXfrm>
        <a:off x="37835" y="3053922"/>
        <a:ext cx="3928829" cy="6482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LinearArrowProcess#2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2329BB5C-5761-4FFD-BCA0-291F8D083740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DE996EEB-0EC9-452C-B920-4263098AC28E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0C3F0B54-6FC0-4301-AE2D-EDA83FC63779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8/1/2026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5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31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5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5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14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0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8/1/2026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6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8/1/2026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80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0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articles/exchangetradedfunds/11/advantages-disadvantages-etfs.asp" TargetMode="External"/><Relationship Id="rId2" Type="http://schemas.openxmlformats.org/officeDocument/2006/relationships/hyperlink" Target="https://www.investopedia.com/terms/e/etf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vestor.gov/introduction-investing/investing-basics/investment-products/mutual-funds-and-exchange-traded-2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3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493" y="1559768"/>
            <a:ext cx="3378142" cy="3135379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chemeClr val="bg1"/>
                </a:solidFill>
              </a:rPr>
              <a:t>Exchange-Traded</a:t>
            </a:r>
            <a:br>
              <a:rPr lang="en-US" sz="3700" dirty="0">
                <a:solidFill>
                  <a:schemeClr val="bg1"/>
                </a:solidFill>
              </a:rPr>
            </a:br>
            <a:r>
              <a:rPr lang="en-US" sz="3700" dirty="0">
                <a:solidFill>
                  <a:schemeClr val="bg1"/>
                </a:solidFill>
              </a:rPr>
              <a:t>Funds (ETFs)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6493" y="4708186"/>
            <a:ext cx="2978282" cy="99222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>
                <a:solidFill>
                  <a:schemeClr val="bg1"/>
                </a:solidFill>
              </a:rPr>
              <a:t>Presentation by: Student’s Name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>
                <a:solidFill>
                  <a:schemeClr val="bg1"/>
                </a:solidFill>
              </a:rPr>
              <a:t>FIN 1100 |Personal Finance Final Project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2BA1780-A246-4C7F-9267-727EF2F4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21" b="7821"/>
          <a:stretch/>
        </p:blipFill>
        <p:spPr>
          <a:xfrm>
            <a:off x="5346570" y="1681229"/>
            <a:ext cx="6202238" cy="349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82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5B94-A81B-9109-9E0E-42CE9870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263930"/>
          </a:xfrm>
        </p:spPr>
        <p:txBody>
          <a:bodyPr/>
          <a:lstStyle/>
          <a:p>
            <a:pPr algn="ctr"/>
            <a:r>
              <a:rPr lang="en-US" b="1" dirty="0"/>
              <a:t>What is an ETF?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F0C03-D0A5-AFD2-96F1-03D6E53FD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06524"/>
            <a:ext cx="6319520" cy="4308882"/>
          </a:xfrm>
        </p:spPr>
        <p:txBody>
          <a:bodyPr>
            <a:normAutofit/>
          </a:bodyPr>
          <a:lstStyle/>
          <a:p>
            <a:r>
              <a:rPr lang="en-US" dirty="0"/>
              <a:t>An ETF is a type of </a:t>
            </a:r>
            <a:r>
              <a:rPr lang="en-US" u="sng" dirty="0"/>
              <a:t>investment fund </a:t>
            </a:r>
            <a:r>
              <a:rPr lang="en-US" dirty="0"/>
              <a:t>that brings together many investments, such as  stocks, bonds, or other assets, in one “basket” (Chen, 2026). </a:t>
            </a:r>
          </a:p>
          <a:p>
            <a:r>
              <a:rPr lang="en-US" dirty="0"/>
              <a:t>Investors can buy and sell shares of an ETF on a stock exchange, so people buy and sell them through a brokerage account.</a:t>
            </a:r>
          </a:p>
          <a:p>
            <a:pPr marL="0" indent="0" algn="ctr">
              <a:buNone/>
            </a:pPr>
            <a:r>
              <a:rPr lang="en-US" b="1" u="sng" dirty="0"/>
              <a:t>Key Facts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ETF can contain dozens or even hundreds of various investments.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ETF prices may fluctuate throughout the trading day.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ETFs are designed to copy the performance of a market index, such as the S&amp;P 500.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ETFs enable investors to diversify their portfolios.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often have lower fees than buying many individual investments.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4BB6B-E880-AB2E-E857-AD6F67031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920" y="1906524"/>
            <a:ext cx="3820160" cy="34985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8AFC10-79A0-D78B-47F1-705D1069A4C7}"/>
              </a:ext>
            </a:extLst>
          </p:cNvPr>
          <p:cNvSpPr txBox="1"/>
          <p:nvPr/>
        </p:nvSpPr>
        <p:spPr>
          <a:xfrm>
            <a:off x="7741920" y="5537200"/>
            <a:ext cx="382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An ETF can hold a group of investments, such as stocks and bonds, in one fund.</a:t>
            </a:r>
          </a:p>
        </p:txBody>
      </p:sp>
    </p:spTree>
    <p:extLst>
      <p:ext uri="{BB962C8B-B14F-4D97-AF65-F5344CB8AC3E}">
        <p14:creationId xmlns:p14="http://schemas.microsoft.com/office/powerpoint/2010/main" val="418598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6DEB-5338-21FC-9765-F1A8A416A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013486"/>
          </a:xfrm>
        </p:spPr>
        <p:txBody>
          <a:bodyPr/>
          <a:lstStyle/>
          <a:p>
            <a:pPr algn="ctr"/>
            <a:r>
              <a:rPr lang="en-US" b="1" dirty="0"/>
              <a:t>Types of ETFs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A94C3-4489-4D3E-A0C0-41C3CDA89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56080"/>
            <a:ext cx="7538720" cy="464312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2400" b="1" u="sng" dirty="0"/>
              <a:t>Common ETFs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Passive ETFs: Follow an index, such as the S&amp;P 500.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Actively Managed ETFs: A fund manager decides which investments to buy and sell.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Bond ETFs: Invest in government, company, or municipal bonds and may provide income.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Sector ETFs:  Invest in a specific sector, like technology, healthcare, or energy.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Commodity ETFs: Invest in commodities like gold, silver, or oil.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International ETFs: Purchase shares of companies or markets outside the United States. </a:t>
            </a:r>
          </a:p>
          <a:p>
            <a:pPr>
              <a:buNone/>
            </a:pPr>
            <a:r>
              <a:rPr lang="en-US" sz="2400" b="1" u="sng" dirty="0"/>
              <a:t>Higher-Risk ETFs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Crypto ETFs: Track the performance of cryptocurrencies like Bitcoin or Ethereum. 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Currency ETFs: Track changes in foreign currency values. 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Inverse ETFs: Aim to make money when an index or market falls. 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Leveraged ETFs: Try to multiply daily gains, but they can also multiply losses.</a:t>
            </a:r>
          </a:p>
        </p:txBody>
      </p:sp>
    </p:spTree>
    <p:extLst>
      <p:ext uri="{BB962C8B-B14F-4D97-AF65-F5344CB8AC3E}">
        <p14:creationId xmlns:p14="http://schemas.microsoft.com/office/powerpoint/2010/main" val="1494531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8137-0954-FAB7-678A-762C5A574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48725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Why I chose ETFs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B4B3DF-EEB5-2F26-409E-B38132F13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256" y="1964764"/>
            <a:ext cx="4414438" cy="294663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E7858-BE15-0E68-E8EA-32A20841F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214880"/>
            <a:ext cx="4957554" cy="382015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300" dirty="0"/>
              <a:t>When I first learned about investing, I thought that I would invest all my savings in one successful company. 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Then I discovered that even the best companies can lose value due to bad decisions, competition or changes in the economy. 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If you invest all your money into one popular firm, such as Tesla or Apple, it can perform exceptionally well, but one bad event could make the stock drop fast. 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With an ETF, my money is spread across many companies.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I chose ETFs because they feel like a safer way to start investing.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They are also easy to purchase, have low fees, and fit my objective of building wealth over a long period.</a:t>
            </a:r>
          </a:p>
          <a:p>
            <a:pPr>
              <a:lnSpc>
                <a:spcPct val="11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89722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C78C-7FBF-6DB1-85F3-2DD804CF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Invest in ETFs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BCC1-CBD3-ED81-5207-7913F0A31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2281793"/>
          </a:xfrm>
        </p:spPr>
        <p:txBody>
          <a:bodyPr/>
          <a:lstStyle/>
          <a:p>
            <a:r>
              <a:rPr lang="en-US" dirty="0"/>
              <a:t>First, open a brokerage account or use a retirement account, such as an IRA.</a:t>
            </a:r>
          </a:p>
          <a:p>
            <a:r>
              <a:rPr lang="en-US" dirty="0"/>
              <a:t>Add money to the account and search for ETFs on the investing platform.</a:t>
            </a:r>
          </a:p>
          <a:p>
            <a:r>
              <a:rPr lang="en-US" dirty="0"/>
              <a:t>Compare choices by looking at the expense ratio, past performance, trading volume, and the companies or bonds inside the fund.</a:t>
            </a:r>
          </a:p>
          <a:p>
            <a:r>
              <a:rPr lang="en-US" dirty="0"/>
              <a:t>Choose an ETF that matches your goals and risk level, then enter how many shares you want to buy.</a:t>
            </a:r>
          </a:p>
          <a:p>
            <a:r>
              <a:rPr lang="en-US" b="1" u="sng" dirty="0"/>
              <a:t>NOTE</a:t>
            </a:r>
            <a:r>
              <a:rPr lang="en-US" dirty="0"/>
              <a:t>: A lower expense ratio means less of your money is used to pay the fund’s operating costs.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39B1B4D-93A9-3D62-864D-6F3420C5E7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4406699"/>
              </p:ext>
            </p:extLst>
          </p:nvPr>
        </p:nvGraphicFramePr>
        <p:xfrm>
          <a:off x="1442720" y="4469632"/>
          <a:ext cx="9306560" cy="1839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2494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13CF-498A-5396-7954-9DAD2FC1D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382" y="595547"/>
            <a:ext cx="5284622" cy="1237136"/>
          </a:xfrm>
        </p:spPr>
        <p:txBody>
          <a:bodyPr>
            <a:normAutofit/>
          </a:bodyPr>
          <a:lstStyle/>
          <a:p>
            <a:r>
              <a:rPr lang="en-US" b="1" dirty="0"/>
              <a:t>Benefits and risks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B718E-8551-166E-1226-D3FD9AF5D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256" y="1964763"/>
            <a:ext cx="4414438" cy="294663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9E299-5FAF-1BC1-7F01-16400C273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381" y="1832682"/>
            <a:ext cx="5537967" cy="43040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b="1" u="sng" dirty="0"/>
              <a:t>Possible benefits: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Spreads money across many investments.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Typically has lower fees than actively managed mutual funds (Segal, 2026).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Easy to buy and sell.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Great for first-time investors.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Some ETFs may create fewer taxable capital gains than mutual funds (Moussawi et al., 2025).</a:t>
            </a:r>
          </a:p>
          <a:p>
            <a:pPr marL="0" indent="0">
              <a:buNone/>
            </a:pPr>
            <a:r>
              <a:rPr lang="en-US" sz="1300" b="1" u="sng" dirty="0"/>
              <a:t>Possible risks: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If the market or index falls, the ETF can lose value too.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There are ETFs that invest only in one sector.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Profit is not guaranteed.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The constant fluctuation can encourage investors to buy or sell based on emotions (Ben-David et al., 2018).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Leveraged ETFs can lose money quickly.</a:t>
            </a:r>
          </a:p>
        </p:txBody>
      </p:sp>
    </p:spTree>
    <p:extLst>
      <p:ext uri="{BB962C8B-B14F-4D97-AF65-F5344CB8AC3E}">
        <p14:creationId xmlns:p14="http://schemas.microsoft.com/office/powerpoint/2010/main" val="4103921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A44B-68E6-85F7-7BF3-49F6DD12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176047"/>
          </a:xfrm>
        </p:spPr>
        <p:txBody>
          <a:bodyPr/>
          <a:lstStyle/>
          <a:p>
            <a:pPr algn="ctr"/>
            <a:r>
              <a:rPr lang="en-US" b="1" dirty="0"/>
              <a:t>Good websites to research ETFs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DD1DB70-209B-0E82-D164-C3229195E0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3373728"/>
              </p:ext>
            </p:extLst>
          </p:nvPr>
        </p:nvGraphicFramePr>
        <p:xfrm>
          <a:off x="1066800" y="1818641"/>
          <a:ext cx="10058400" cy="373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42FA985-4809-6831-0CCE-8EAEC17D9BD5}"/>
              </a:ext>
            </a:extLst>
          </p:cNvPr>
          <p:cNvSpPr txBox="1"/>
          <p:nvPr/>
        </p:nvSpPr>
        <p:spPr>
          <a:xfrm>
            <a:off x="4579620" y="5821681"/>
            <a:ext cx="3032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NOTE</a:t>
            </a:r>
            <a:r>
              <a:rPr lang="en-US" sz="1200" dirty="0"/>
              <a:t>: Click a title to open the website.</a:t>
            </a:r>
          </a:p>
        </p:txBody>
      </p:sp>
    </p:spTree>
    <p:extLst>
      <p:ext uri="{BB962C8B-B14F-4D97-AF65-F5344CB8AC3E}">
        <p14:creationId xmlns:p14="http://schemas.microsoft.com/office/powerpoint/2010/main" val="3833619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8882F-4D4F-953A-07EE-6060AC75E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103" r="9091"/>
          <a:stretch>
            <a:fillRect/>
          </a:stretch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3723E4-7DF2-8337-5FC6-2973BC48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97024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B5CD-1D8A-290E-F56B-672FC7B3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48" y="1697875"/>
            <a:ext cx="5299768" cy="432111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I did not realize there were so many different types of ETFs before doing this project. I discovered that different ETFs serve different purposes and to make wise investments, it is important to know what they invest in before buying.</a:t>
            </a:r>
          </a:p>
          <a:p>
            <a:pPr>
              <a:lnSpc>
                <a:spcPct val="110000"/>
              </a:lnSpc>
            </a:pPr>
            <a:r>
              <a:rPr lang="en-US" dirty="0"/>
              <a:t>ETFs can be a valuable resource since they can make diversification easier.</a:t>
            </a:r>
          </a:p>
          <a:p>
            <a:pPr>
              <a:lnSpc>
                <a:spcPct val="110000"/>
              </a:lnSpc>
            </a:pPr>
            <a:r>
              <a:rPr lang="en-US" dirty="0"/>
              <a:t>Some options, such as leveraged or inverse ETFs, are much riskier than others and are not suitable for beginners. </a:t>
            </a:r>
          </a:p>
          <a:p>
            <a:pPr>
              <a:lnSpc>
                <a:spcPct val="110000"/>
              </a:lnSpc>
            </a:pPr>
            <a:r>
              <a:rPr lang="en-US" dirty="0"/>
              <a:t>This research helped me to learn that I should take my time to compare my options and select investments that will help me to achieve my goals.</a:t>
            </a:r>
          </a:p>
          <a:p>
            <a:pPr>
              <a:lnSpc>
                <a:spcPct val="110000"/>
              </a:lnSpc>
            </a:pPr>
            <a:r>
              <a:rPr lang="en-US" dirty="0"/>
              <a:t>I would use ETFs as part of a long-term plan.</a:t>
            </a:r>
          </a:p>
          <a:p>
            <a:pPr>
              <a:lnSpc>
                <a:spcPct val="110000"/>
              </a:lnSpc>
            </a:pPr>
            <a:r>
              <a:rPr lang="en-US" dirty="0"/>
              <a:t>I would like to invest in simple, low-cost ETFs that allocate my funds to various investments. </a:t>
            </a:r>
          </a:p>
          <a:p>
            <a:pPr>
              <a:lnSpc>
                <a:spcPct val="110000"/>
              </a:lnSpc>
            </a:pPr>
            <a:r>
              <a:rPr lang="en-US" dirty="0"/>
              <a:t>I will also make sure that I understand the fees and risks involved before making any investment decision.</a:t>
            </a:r>
          </a:p>
          <a:p>
            <a:pPr>
              <a:lnSpc>
                <a:spcPct val="110000"/>
              </a:lnSpc>
            </a:pPr>
            <a:r>
              <a:rPr lang="en-US" dirty="0"/>
              <a:t>My financial philosophy is to save first, avoid bad debt, invest little by little, and keep learning.</a:t>
            </a:r>
          </a:p>
        </p:txBody>
      </p:sp>
    </p:spTree>
    <p:extLst>
      <p:ext uri="{BB962C8B-B14F-4D97-AF65-F5344CB8AC3E}">
        <p14:creationId xmlns:p14="http://schemas.microsoft.com/office/powerpoint/2010/main" val="1504677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E154-CE0A-F5E7-C90A-63D6D3D3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B326A-B7DA-3262-2F44-E08D42E01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Ben‐David, I., Franzoni, F., &amp; Moussawi, R. (2018). Do ETFs increase volatility?. </a:t>
            </a:r>
            <a:r>
              <a:rPr lang="en-US" i="1" dirty="0"/>
              <a:t>The journal of finance</a:t>
            </a:r>
            <a:r>
              <a:rPr lang="en-US" dirty="0"/>
              <a:t>, 73(6), 2471-2535.</a:t>
            </a:r>
          </a:p>
          <a:p>
            <a:r>
              <a:rPr lang="en-US" dirty="0"/>
              <a:t>Chen, J. (2026, May 6). </a:t>
            </a:r>
            <a:r>
              <a:rPr lang="en-US" i="1" dirty="0"/>
              <a:t>Exchange-traded fund (ETF): What it is and how to invest</a:t>
            </a:r>
            <a:r>
              <a:rPr lang="en-US" dirty="0"/>
              <a:t>. Investopedia. </a:t>
            </a:r>
            <a:r>
              <a:rPr lang="en-US" dirty="0">
                <a:hlinkClick r:id="rId2"/>
              </a:rPr>
              <a:t>https://www.investopedia.com/terms/e/etf.asp</a:t>
            </a:r>
            <a:endParaRPr lang="en-US" dirty="0"/>
          </a:p>
          <a:p>
            <a:r>
              <a:rPr lang="en-US" dirty="0"/>
              <a:t>Moussawi, R., Shen, K., &amp; Velthuis, R. (2025). The role of taxes in the rise of </a:t>
            </a:r>
            <a:r>
              <a:rPr lang="en-US" dirty="0" err="1"/>
              <a:t>etfs</a:t>
            </a:r>
            <a:r>
              <a:rPr lang="en-US" dirty="0"/>
              <a:t>. </a:t>
            </a:r>
            <a:r>
              <a:rPr lang="en-US" i="1" dirty="0"/>
              <a:t>The Review of Financial Studies</a:t>
            </a:r>
            <a:r>
              <a:rPr lang="en-US" dirty="0"/>
              <a:t>, 38(10), 2988-3039.</a:t>
            </a:r>
          </a:p>
          <a:p>
            <a:r>
              <a:rPr lang="en-US" dirty="0"/>
              <a:t>Segal, T. (2026, March 26). </a:t>
            </a:r>
            <a:r>
              <a:rPr lang="en-US" i="1" dirty="0"/>
              <a:t>A complete guide to understanding ETF benefits and risks</a:t>
            </a:r>
            <a:r>
              <a:rPr lang="en-US" dirty="0"/>
              <a:t>. Investopedia. </a:t>
            </a:r>
            <a:r>
              <a:rPr lang="en-US" dirty="0">
                <a:hlinkClick r:id="rId3"/>
              </a:rPr>
              <a:t>https://www.investopedia.com/articles/exchangetradedfunds/11/advantages-disadvantages-etfs.asp</a:t>
            </a:r>
            <a:endParaRPr lang="en-US" dirty="0"/>
          </a:p>
          <a:p>
            <a:r>
              <a:rPr lang="en-US" dirty="0"/>
              <a:t>U.S. Securities and Exchange Commission. (n.d.). </a:t>
            </a:r>
            <a:r>
              <a:rPr lang="en-US" i="1" dirty="0"/>
              <a:t>Exchange-traded funds (ETFs).</a:t>
            </a:r>
            <a:r>
              <a:rPr lang="en-US" dirty="0"/>
              <a:t> Investor.gov. </a:t>
            </a:r>
            <a:r>
              <a:rPr lang="en-US" dirty="0">
                <a:hlinkClick r:id="rId4"/>
              </a:rPr>
              <a:t>https://www.investor.gov/introduction-investing/investing-basics/investment-products/mutual-funds-and-exchange-traded-2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643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agona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Override1.xml><?xml version="1.0" encoding="utf-8"?>
<a:themeOverride xmlns:a="http://schemas.openxmlformats.org/drawingml/2006/main">
  <a:clrScheme name="Marquee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{3DAC6260-1D78-4889-AC57-6848CED8BA00}TF029381d7-1900-4cf6-a601-bb0184aacdbaf0338e59_win32-4b933ff3c21f</Template>
  <TotalTime>555</TotalTime>
  <Words>1200</Words>
  <Application>Microsoft Office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Garamond</vt:lpstr>
      <vt:lpstr>Sagona Book</vt:lpstr>
      <vt:lpstr>Sagona ExtraLight</vt:lpstr>
      <vt:lpstr>Wingdings</vt:lpstr>
      <vt:lpstr>SavonVTI</vt:lpstr>
      <vt:lpstr>Exchange-Traded Funds (ETFs)</vt:lpstr>
      <vt:lpstr>What is an ETF?</vt:lpstr>
      <vt:lpstr>Types of ETFs</vt:lpstr>
      <vt:lpstr>Why I chose ETFs</vt:lpstr>
      <vt:lpstr>How to Invest in ETFs</vt:lpstr>
      <vt:lpstr>Benefits and risks</vt:lpstr>
      <vt:lpstr>Good websites to research ETFs</vt:lpstr>
      <vt:lpstr>Reflection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131</cp:revision>
  <dcterms:created xsi:type="dcterms:W3CDTF">2026-07-31T14:35:55Z</dcterms:created>
  <dcterms:modified xsi:type="dcterms:W3CDTF">2026-07-31T23:53:58Z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