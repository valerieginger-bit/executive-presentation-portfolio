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0" r:id="rId4"/>
  </p:sldMasterIdLst>
  <p:notesMasterIdLst>
    <p:notesMasterId r:id="rId19"/>
  </p:notesMasterIdLst>
  <p:handoutMasterIdLst>
    <p:handoutMasterId r:id="rId20"/>
  </p:handoutMasterIdLst>
  <p:sldIdLst>
    <p:sldId id="1520" r:id="rId5"/>
    <p:sldId id="1531" r:id="rId6"/>
    <p:sldId id="1541" r:id="rId7"/>
    <p:sldId id="1542" r:id="rId8"/>
    <p:sldId id="1544" r:id="rId9"/>
    <p:sldId id="1545" r:id="rId10"/>
    <p:sldId id="1546" r:id="rId11"/>
    <p:sldId id="1547" r:id="rId12"/>
    <p:sldId id="1548" r:id="rId13"/>
    <p:sldId id="1549" r:id="rId14"/>
    <p:sldId id="1517" r:id="rId15"/>
    <p:sldId id="1552" r:id="rId16"/>
    <p:sldId id="1553" r:id="rId17"/>
    <p:sldId id="152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967" autoAdjust="0"/>
  </p:normalViewPr>
  <p:slideViewPr>
    <p:cSldViewPr snapToGrid="0">
      <p:cViewPr varScale="1">
        <p:scale>
          <a:sx n="66" d="100"/>
          <a:sy n="66" d="100"/>
        </p:scale>
        <p:origin x="1253"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367BB2-837A-43D7-A71C-4FBA1933D666}" type="doc">
      <dgm:prSet loTypeId="urn:microsoft.com/office/officeart/2005/8/layout/hProcess11" loCatId="process" qsTypeId="urn:microsoft.com/office/officeart/2005/8/quickstyle/3d4" qsCatId="3D" csTypeId="urn:microsoft.com/office/officeart/2005/8/colors/accent6_3" csCatId="accent6" phldr="1"/>
      <dgm:spPr/>
      <dgm:t>
        <a:bodyPr/>
        <a:lstStyle/>
        <a:p>
          <a:endParaRPr lang="en-US"/>
        </a:p>
      </dgm:t>
    </dgm:pt>
    <dgm:pt modelId="{2FA4A5FA-0111-4036-A2B4-B6855BC9FF8A}">
      <dgm:prSet phldrT="[Text]" custT="1"/>
      <dgm:spPr/>
      <dgm:t>
        <a:bodyPr/>
        <a:lstStyle/>
        <a:p>
          <a:pPr>
            <a:buNone/>
          </a:pPr>
          <a:r>
            <a:rPr lang="en-US" sz="1300" b="1" dirty="0"/>
            <a:t>10:45 PM</a:t>
          </a:r>
        </a:p>
        <a:p>
          <a:pPr>
            <a:buNone/>
          </a:pPr>
          <a:r>
            <a:rPr lang="en-US" sz="1300" dirty="0"/>
            <a:t>Unusual login to teacher accounts</a:t>
          </a:r>
        </a:p>
      </dgm:t>
    </dgm:pt>
    <dgm:pt modelId="{C57CEE7F-DDA9-4E33-831B-A84BAD20E712}" type="parTrans" cxnId="{77351E20-8C20-4925-B562-36DD8C7A61AB}">
      <dgm:prSet/>
      <dgm:spPr/>
      <dgm:t>
        <a:bodyPr/>
        <a:lstStyle/>
        <a:p>
          <a:endParaRPr lang="en-US"/>
        </a:p>
      </dgm:t>
    </dgm:pt>
    <dgm:pt modelId="{FE80C3C3-818B-412D-A419-79A43B85C612}" type="sibTrans" cxnId="{77351E20-8C20-4925-B562-36DD8C7A61AB}">
      <dgm:prSet/>
      <dgm:spPr/>
      <dgm:t>
        <a:bodyPr/>
        <a:lstStyle/>
        <a:p>
          <a:endParaRPr lang="en-US"/>
        </a:p>
      </dgm:t>
    </dgm:pt>
    <dgm:pt modelId="{39564EE9-6B9E-43E1-896A-1B9937CB4149}">
      <dgm:prSet phldrT="[Text]" custT="1"/>
      <dgm:spPr/>
      <dgm:t>
        <a:bodyPr/>
        <a:lstStyle/>
        <a:p>
          <a:pPr>
            <a:buNone/>
          </a:pPr>
          <a:r>
            <a:rPr lang="en-US" sz="1300" b="1" dirty="0"/>
            <a:t>10:52 PM</a:t>
          </a:r>
        </a:p>
        <a:p>
          <a:pPr>
            <a:buNone/>
          </a:pPr>
          <a:r>
            <a:rPr lang="en-US" sz="1300" dirty="0"/>
            <a:t>Bulk download of records detected</a:t>
          </a:r>
        </a:p>
      </dgm:t>
    </dgm:pt>
    <dgm:pt modelId="{3EF6A473-7668-49AB-95E9-B892D32BAE82}" type="parTrans" cxnId="{2176BBEF-9C94-49E9-BC30-B5BF71107735}">
      <dgm:prSet/>
      <dgm:spPr/>
      <dgm:t>
        <a:bodyPr/>
        <a:lstStyle/>
        <a:p>
          <a:endParaRPr lang="en-US"/>
        </a:p>
      </dgm:t>
    </dgm:pt>
    <dgm:pt modelId="{71E066D9-4EFE-44D3-ACAF-C004AA7448D3}" type="sibTrans" cxnId="{2176BBEF-9C94-49E9-BC30-B5BF71107735}">
      <dgm:prSet/>
      <dgm:spPr/>
      <dgm:t>
        <a:bodyPr/>
        <a:lstStyle/>
        <a:p>
          <a:endParaRPr lang="en-US"/>
        </a:p>
      </dgm:t>
    </dgm:pt>
    <dgm:pt modelId="{6BA75770-7659-430E-87B5-576024F5574C}">
      <dgm:prSet phldrT="[Text]" custT="1"/>
      <dgm:spPr/>
      <dgm:t>
        <a:bodyPr/>
        <a:lstStyle/>
        <a:p>
          <a:pPr>
            <a:buNone/>
          </a:pPr>
          <a:r>
            <a:rPr lang="en-US" sz="1300" b="1" dirty="0"/>
            <a:t>8:00 AM</a:t>
          </a:r>
        </a:p>
        <a:p>
          <a:pPr>
            <a:buNone/>
          </a:pPr>
          <a:r>
            <a:rPr lang="en-US" sz="1300" dirty="0"/>
            <a:t>Teachers report unexpected gradebook changes</a:t>
          </a:r>
        </a:p>
      </dgm:t>
    </dgm:pt>
    <dgm:pt modelId="{AB9574AD-7AA0-4DC5-8D7F-874293212A5D}" type="parTrans" cxnId="{3E18F9C9-4443-4E1E-B4D7-255D9CF1699C}">
      <dgm:prSet/>
      <dgm:spPr/>
      <dgm:t>
        <a:bodyPr/>
        <a:lstStyle/>
        <a:p>
          <a:endParaRPr lang="en-US"/>
        </a:p>
      </dgm:t>
    </dgm:pt>
    <dgm:pt modelId="{5695A016-9950-4DD5-B5AE-D4F53228D2DE}" type="sibTrans" cxnId="{3E18F9C9-4443-4E1E-B4D7-255D9CF1699C}">
      <dgm:prSet/>
      <dgm:spPr/>
      <dgm:t>
        <a:bodyPr/>
        <a:lstStyle/>
        <a:p>
          <a:endParaRPr lang="en-US"/>
        </a:p>
      </dgm:t>
    </dgm:pt>
    <dgm:pt modelId="{7A4C4FD1-F9C7-4B21-B718-76C4A3160551}" type="pres">
      <dgm:prSet presAssocID="{86367BB2-837A-43D7-A71C-4FBA1933D666}" presName="Name0" presStyleCnt="0">
        <dgm:presLayoutVars>
          <dgm:dir/>
          <dgm:resizeHandles val="exact"/>
        </dgm:presLayoutVars>
      </dgm:prSet>
      <dgm:spPr/>
    </dgm:pt>
    <dgm:pt modelId="{7E9C879E-669D-47BA-B40F-7285119FE800}" type="pres">
      <dgm:prSet presAssocID="{86367BB2-837A-43D7-A71C-4FBA1933D666}" presName="arrow" presStyleLbl="bgShp" presStyleIdx="0" presStyleCnt="1" custScaleY="57692"/>
      <dgm:spPr/>
    </dgm:pt>
    <dgm:pt modelId="{AE630853-3E2F-478B-8255-384EB6A333A8}" type="pres">
      <dgm:prSet presAssocID="{86367BB2-837A-43D7-A71C-4FBA1933D666}" presName="points" presStyleCnt="0"/>
      <dgm:spPr/>
    </dgm:pt>
    <dgm:pt modelId="{1AFE0633-D22D-4172-A401-C05C31F11579}" type="pres">
      <dgm:prSet presAssocID="{2FA4A5FA-0111-4036-A2B4-B6855BC9FF8A}" presName="compositeA" presStyleCnt="0"/>
      <dgm:spPr/>
    </dgm:pt>
    <dgm:pt modelId="{D0637FBD-58B5-4807-AADF-5C18EAC7CAB4}" type="pres">
      <dgm:prSet presAssocID="{2FA4A5FA-0111-4036-A2B4-B6855BC9FF8A}" presName="textA" presStyleLbl="revTx" presStyleIdx="0" presStyleCnt="3" custScaleX="255188" custScaleY="75487" custLinFactNeighborX="2593" custLinFactNeighborY="18218">
        <dgm:presLayoutVars>
          <dgm:bulletEnabled val="1"/>
        </dgm:presLayoutVars>
      </dgm:prSet>
      <dgm:spPr/>
    </dgm:pt>
    <dgm:pt modelId="{5FF2DD6D-DF19-4C6A-B288-F421B6477689}" type="pres">
      <dgm:prSet presAssocID="{2FA4A5FA-0111-4036-A2B4-B6855BC9FF8A}" presName="circleA" presStyleLbl="node1" presStyleIdx="0" presStyleCnt="3" custLinFactNeighborX="-22684" custLinFactNeighborY="21276"/>
      <dgm:spPr/>
    </dgm:pt>
    <dgm:pt modelId="{3AFA6805-9D9A-4A02-8326-D3C777E0A50E}" type="pres">
      <dgm:prSet presAssocID="{2FA4A5FA-0111-4036-A2B4-B6855BC9FF8A}" presName="spaceA" presStyleCnt="0"/>
      <dgm:spPr/>
    </dgm:pt>
    <dgm:pt modelId="{6FA363A7-7CB5-494C-B895-D62EF3AE70E1}" type="pres">
      <dgm:prSet presAssocID="{FE80C3C3-818B-412D-A419-79A43B85C612}" presName="space" presStyleCnt="0"/>
      <dgm:spPr/>
    </dgm:pt>
    <dgm:pt modelId="{082DFC92-E6BC-4405-86AA-1A0C09980372}" type="pres">
      <dgm:prSet presAssocID="{39564EE9-6B9E-43E1-896A-1B9937CB4149}" presName="compositeB" presStyleCnt="0"/>
      <dgm:spPr/>
    </dgm:pt>
    <dgm:pt modelId="{4DCBC784-2ACD-4928-812E-D15DC9DE6C4F}" type="pres">
      <dgm:prSet presAssocID="{39564EE9-6B9E-43E1-896A-1B9937CB4149}" presName="textB" presStyleLbl="revTx" presStyleIdx="1" presStyleCnt="3" custScaleX="206354" custScaleY="78036" custLinFactNeighborX="998" custLinFactNeighborY="-12921">
        <dgm:presLayoutVars>
          <dgm:bulletEnabled val="1"/>
        </dgm:presLayoutVars>
      </dgm:prSet>
      <dgm:spPr/>
    </dgm:pt>
    <dgm:pt modelId="{8C9FAC44-88D2-4357-A5F3-7F31E048CF5D}" type="pres">
      <dgm:prSet presAssocID="{39564EE9-6B9E-43E1-896A-1B9937CB4149}" presName="circleB" presStyleLbl="node1" presStyleIdx="1" presStyleCnt="3" custLinFactNeighborX="-21278" custLinFactNeighborY="-21277"/>
      <dgm:spPr/>
    </dgm:pt>
    <dgm:pt modelId="{816859CA-481F-42E2-A85B-2E5F810898EB}" type="pres">
      <dgm:prSet presAssocID="{39564EE9-6B9E-43E1-896A-1B9937CB4149}" presName="spaceB" presStyleCnt="0"/>
      <dgm:spPr/>
    </dgm:pt>
    <dgm:pt modelId="{038F0674-937B-4286-98EF-5F0FED5B17AA}" type="pres">
      <dgm:prSet presAssocID="{71E066D9-4EFE-44D3-ACAF-C004AA7448D3}" presName="space" presStyleCnt="0"/>
      <dgm:spPr/>
    </dgm:pt>
    <dgm:pt modelId="{805FB77E-FD73-46E0-BBA8-CBC1BC7FB3D3}" type="pres">
      <dgm:prSet presAssocID="{6BA75770-7659-430E-87B5-576024F5574C}" presName="compositeA" presStyleCnt="0"/>
      <dgm:spPr/>
    </dgm:pt>
    <dgm:pt modelId="{8F3575B4-9D3B-419C-BF42-013C0C9215B5}" type="pres">
      <dgm:prSet presAssocID="{6BA75770-7659-430E-87B5-576024F5574C}" presName="textA" presStyleLbl="revTx" presStyleIdx="2" presStyleCnt="3" custScaleX="378533">
        <dgm:presLayoutVars>
          <dgm:bulletEnabled val="1"/>
        </dgm:presLayoutVars>
      </dgm:prSet>
      <dgm:spPr/>
    </dgm:pt>
    <dgm:pt modelId="{92D57F77-A056-4C44-8451-6C368BCF0929}" type="pres">
      <dgm:prSet presAssocID="{6BA75770-7659-430E-87B5-576024F5574C}" presName="circleA" presStyleLbl="node1" presStyleIdx="2" presStyleCnt="3" custLinFactNeighborX="29787" custLinFactNeighborY="0"/>
      <dgm:spPr/>
    </dgm:pt>
    <dgm:pt modelId="{043519EC-AC1A-4994-81BF-D7CC3A561656}" type="pres">
      <dgm:prSet presAssocID="{6BA75770-7659-430E-87B5-576024F5574C}" presName="spaceA" presStyleCnt="0"/>
      <dgm:spPr/>
    </dgm:pt>
  </dgm:ptLst>
  <dgm:cxnLst>
    <dgm:cxn modelId="{5855EE0C-2464-4B9E-AED9-0B85CE3A4703}" type="presOf" srcId="{2FA4A5FA-0111-4036-A2B4-B6855BC9FF8A}" destId="{D0637FBD-58B5-4807-AADF-5C18EAC7CAB4}" srcOrd="0" destOrd="0" presId="urn:microsoft.com/office/officeart/2005/8/layout/hProcess11"/>
    <dgm:cxn modelId="{77351E20-8C20-4925-B562-36DD8C7A61AB}" srcId="{86367BB2-837A-43D7-A71C-4FBA1933D666}" destId="{2FA4A5FA-0111-4036-A2B4-B6855BC9FF8A}" srcOrd="0" destOrd="0" parTransId="{C57CEE7F-DDA9-4E33-831B-A84BAD20E712}" sibTransId="{FE80C3C3-818B-412D-A419-79A43B85C612}"/>
    <dgm:cxn modelId="{0D9F055B-B2A1-4549-AB5B-EA1464F7F917}" type="presOf" srcId="{6BA75770-7659-430E-87B5-576024F5574C}" destId="{8F3575B4-9D3B-419C-BF42-013C0C9215B5}" srcOrd="0" destOrd="0" presId="urn:microsoft.com/office/officeart/2005/8/layout/hProcess11"/>
    <dgm:cxn modelId="{43168E64-EE40-4ADA-8C9C-E959A2C51B9A}" type="presOf" srcId="{86367BB2-837A-43D7-A71C-4FBA1933D666}" destId="{7A4C4FD1-F9C7-4B21-B718-76C4A3160551}" srcOrd="0" destOrd="0" presId="urn:microsoft.com/office/officeart/2005/8/layout/hProcess11"/>
    <dgm:cxn modelId="{EC78F852-3CC3-4E0B-ADB5-6DEBD0A2D63E}" type="presOf" srcId="{39564EE9-6B9E-43E1-896A-1B9937CB4149}" destId="{4DCBC784-2ACD-4928-812E-D15DC9DE6C4F}" srcOrd="0" destOrd="0" presId="urn:microsoft.com/office/officeart/2005/8/layout/hProcess11"/>
    <dgm:cxn modelId="{3E18F9C9-4443-4E1E-B4D7-255D9CF1699C}" srcId="{86367BB2-837A-43D7-A71C-4FBA1933D666}" destId="{6BA75770-7659-430E-87B5-576024F5574C}" srcOrd="2" destOrd="0" parTransId="{AB9574AD-7AA0-4DC5-8D7F-874293212A5D}" sibTransId="{5695A016-9950-4DD5-B5AE-D4F53228D2DE}"/>
    <dgm:cxn modelId="{2176BBEF-9C94-49E9-BC30-B5BF71107735}" srcId="{86367BB2-837A-43D7-A71C-4FBA1933D666}" destId="{39564EE9-6B9E-43E1-896A-1B9937CB4149}" srcOrd="1" destOrd="0" parTransId="{3EF6A473-7668-49AB-95E9-B892D32BAE82}" sibTransId="{71E066D9-4EFE-44D3-ACAF-C004AA7448D3}"/>
    <dgm:cxn modelId="{EC708823-F163-42CE-BAC2-ADD75FB9A189}" type="presParOf" srcId="{7A4C4FD1-F9C7-4B21-B718-76C4A3160551}" destId="{7E9C879E-669D-47BA-B40F-7285119FE800}" srcOrd="0" destOrd="0" presId="urn:microsoft.com/office/officeart/2005/8/layout/hProcess11"/>
    <dgm:cxn modelId="{48DA9410-7712-4CFB-82AD-25FFD2062B54}" type="presParOf" srcId="{7A4C4FD1-F9C7-4B21-B718-76C4A3160551}" destId="{AE630853-3E2F-478B-8255-384EB6A333A8}" srcOrd="1" destOrd="0" presId="urn:microsoft.com/office/officeart/2005/8/layout/hProcess11"/>
    <dgm:cxn modelId="{F5C42D17-1400-4B03-9E8E-D0368311863B}" type="presParOf" srcId="{AE630853-3E2F-478B-8255-384EB6A333A8}" destId="{1AFE0633-D22D-4172-A401-C05C31F11579}" srcOrd="0" destOrd="0" presId="urn:microsoft.com/office/officeart/2005/8/layout/hProcess11"/>
    <dgm:cxn modelId="{EF84C64B-5878-4B0B-A053-E978F49EBA10}" type="presParOf" srcId="{1AFE0633-D22D-4172-A401-C05C31F11579}" destId="{D0637FBD-58B5-4807-AADF-5C18EAC7CAB4}" srcOrd="0" destOrd="0" presId="urn:microsoft.com/office/officeart/2005/8/layout/hProcess11"/>
    <dgm:cxn modelId="{265A5A93-9F3D-48DD-AF98-4A41156724D3}" type="presParOf" srcId="{1AFE0633-D22D-4172-A401-C05C31F11579}" destId="{5FF2DD6D-DF19-4C6A-B288-F421B6477689}" srcOrd="1" destOrd="0" presId="urn:microsoft.com/office/officeart/2005/8/layout/hProcess11"/>
    <dgm:cxn modelId="{9DBD9B61-0C60-4FF5-BCE6-054D54ADE90D}" type="presParOf" srcId="{1AFE0633-D22D-4172-A401-C05C31F11579}" destId="{3AFA6805-9D9A-4A02-8326-D3C777E0A50E}" srcOrd="2" destOrd="0" presId="urn:microsoft.com/office/officeart/2005/8/layout/hProcess11"/>
    <dgm:cxn modelId="{10ADA1EB-2151-4B86-A391-4E66D6E6E358}" type="presParOf" srcId="{AE630853-3E2F-478B-8255-384EB6A333A8}" destId="{6FA363A7-7CB5-494C-B895-D62EF3AE70E1}" srcOrd="1" destOrd="0" presId="urn:microsoft.com/office/officeart/2005/8/layout/hProcess11"/>
    <dgm:cxn modelId="{65E2609F-89B2-4B2E-91A5-A0C63DFE78C3}" type="presParOf" srcId="{AE630853-3E2F-478B-8255-384EB6A333A8}" destId="{082DFC92-E6BC-4405-86AA-1A0C09980372}" srcOrd="2" destOrd="0" presId="urn:microsoft.com/office/officeart/2005/8/layout/hProcess11"/>
    <dgm:cxn modelId="{C900512F-6459-41D6-8E35-8EFA61B8F8E8}" type="presParOf" srcId="{082DFC92-E6BC-4405-86AA-1A0C09980372}" destId="{4DCBC784-2ACD-4928-812E-D15DC9DE6C4F}" srcOrd="0" destOrd="0" presId="urn:microsoft.com/office/officeart/2005/8/layout/hProcess11"/>
    <dgm:cxn modelId="{C3D0DFF7-56AF-4D58-A1C4-6096D0B4D4C4}" type="presParOf" srcId="{082DFC92-E6BC-4405-86AA-1A0C09980372}" destId="{8C9FAC44-88D2-4357-A5F3-7F31E048CF5D}" srcOrd="1" destOrd="0" presId="urn:microsoft.com/office/officeart/2005/8/layout/hProcess11"/>
    <dgm:cxn modelId="{7BC4E3F8-EBFE-4C98-9307-BE053456478E}" type="presParOf" srcId="{082DFC92-E6BC-4405-86AA-1A0C09980372}" destId="{816859CA-481F-42E2-A85B-2E5F810898EB}" srcOrd="2" destOrd="0" presId="urn:microsoft.com/office/officeart/2005/8/layout/hProcess11"/>
    <dgm:cxn modelId="{D8A6CB69-77CA-4AF3-9E51-53261AD3C99A}" type="presParOf" srcId="{AE630853-3E2F-478B-8255-384EB6A333A8}" destId="{038F0674-937B-4286-98EF-5F0FED5B17AA}" srcOrd="3" destOrd="0" presId="urn:microsoft.com/office/officeart/2005/8/layout/hProcess11"/>
    <dgm:cxn modelId="{EC2EA71E-6149-40A9-A2D4-A1B0231BDEB6}" type="presParOf" srcId="{AE630853-3E2F-478B-8255-384EB6A333A8}" destId="{805FB77E-FD73-46E0-BBA8-CBC1BC7FB3D3}" srcOrd="4" destOrd="0" presId="urn:microsoft.com/office/officeart/2005/8/layout/hProcess11"/>
    <dgm:cxn modelId="{7E43105C-CC3D-440A-99B5-B65882B79B85}" type="presParOf" srcId="{805FB77E-FD73-46E0-BBA8-CBC1BC7FB3D3}" destId="{8F3575B4-9D3B-419C-BF42-013C0C9215B5}" srcOrd="0" destOrd="0" presId="urn:microsoft.com/office/officeart/2005/8/layout/hProcess11"/>
    <dgm:cxn modelId="{92EED0E7-1C9E-4E54-8E59-5F42106E3E4F}" type="presParOf" srcId="{805FB77E-FD73-46E0-BBA8-CBC1BC7FB3D3}" destId="{92D57F77-A056-4C44-8451-6C368BCF0929}" srcOrd="1" destOrd="0" presId="urn:microsoft.com/office/officeart/2005/8/layout/hProcess11"/>
    <dgm:cxn modelId="{8374ED81-CA3D-485D-AB72-F59BE5168984}" type="presParOf" srcId="{805FB77E-FD73-46E0-BBA8-CBC1BC7FB3D3}" destId="{043519EC-AC1A-4994-81BF-D7CC3A561656}"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92424E-EB53-4824-A6F7-388F63CFC517}" type="doc">
      <dgm:prSet loTypeId="urn:microsoft.com/office/officeart/2005/8/layout/hProcess9" loCatId="process" qsTypeId="urn:microsoft.com/office/officeart/2005/8/quickstyle/simple1" qsCatId="simple" csTypeId="urn:microsoft.com/office/officeart/2005/8/colors/accent0_3" csCatId="mainScheme" phldr="1"/>
      <dgm:spPr/>
      <dgm:t>
        <a:bodyPr/>
        <a:lstStyle/>
        <a:p>
          <a:endParaRPr lang="en-US"/>
        </a:p>
      </dgm:t>
    </dgm:pt>
    <dgm:pt modelId="{6FB0DC61-5F36-49A9-AD59-D1DBF66AF8C8}">
      <dgm:prSet phldrT="[Text]" phldr="0" custT="1"/>
      <dgm:spPr/>
      <dgm:t>
        <a:bodyPr/>
        <a:lstStyle/>
        <a:p>
          <a:r>
            <a:rPr lang="en-US" sz="1600" dirty="0"/>
            <a:t>1. </a:t>
          </a:r>
          <a:r>
            <a:rPr lang="en-US" sz="1600" b="0" dirty="0"/>
            <a:t>Recognize</a:t>
          </a:r>
        </a:p>
        <a:p>
          <a:r>
            <a:rPr lang="en-US" sz="1000" dirty="0"/>
            <a:t>Notice abnormal activity</a:t>
          </a:r>
        </a:p>
      </dgm:t>
    </dgm:pt>
    <dgm:pt modelId="{A8B8FCFC-9E4E-428E-9DFC-30E5ED446822}" type="parTrans" cxnId="{2B4F7411-79E4-43E8-9CC7-1C443D0D88D6}">
      <dgm:prSet/>
      <dgm:spPr/>
      <dgm:t>
        <a:bodyPr/>
        <a:lstStyle/>
        <a:p>
          <a:endParaRPr lang="en-US"/>
        </a:p>
      </dgm:t>
    </dgm:pt>
    <dgm:pt modelId="{FB477C01-9047-4396-AB1E-235F77F12C30}" type="sibTrans" cxnId="{2B4F7411-79E4-43E8-9CC7-1C443D0D88D6}">
      <dgm:prSet/>
      <dgm:spPr/>
      <dgm:t>
        <a:bodyPr/>
        <a:lstStyle/>
        <a:p>
          <a:endParaRPr lang="en-US"/>
        </a:p>
      </dgm:t>
    </dgm:pt>
    <dgm:pt modelId="{E55D5A7E-113E-471C-9279-89581A13F572}">
      <dgm:prSet phldrT="[Text]" phldr="0" custT="1"/>
      <dgm:spPr/>
      <dgm:t>
        <a:bodyPr/>
        <a:lstStyle/>
        <a:p>
          <a:r>
            <a:rPr lang="en-US" sz="1600" dirty="0"/>
            <a:t>2. Report</a:t>
          </a:r>
        </a:p>
        <a:p>
          <a:r>
            <a:rPr lang="en-US" sz="1000" dirty="0"/>
            <a:t>Notify responders</a:t>
          </a:r>
        </a:p>
      </dgm:t>
    </dgm:pt>
    <dgm:pt modelId="{B0FBE451-C654-4ABC-AA02-E3EBDB7F80FA}" type="parTrans" cxnId="{CCAFFE6C-1B81-4FEA-9708-E68E73574590}">
      <dgm:prSet/>
      <dgm:spPr/>
      <dgm:t>
        <a:bodyPr/>
        <a:lstStyle/>
        <a:p>
          <a:endParaRPr lang="en-US"/>
        </a:p>
      </dgm:t>
    </dgm:pt>
    <dgm:pt modelId="{37BDF08B-9DF1-49FB-A6CF-9383CD6C310C}" type="sibTrans" cxnId="{CCAFFE6C-1B81-4FEA-9708-E68E73574590}">
      <dgm:prSet/>
      <dgm:spPr/>
      <dgm:t>
        <a:bodyPr/>
        <a:lstStyle/>
        <a:p>
          <a:endParaRPr lang="en-US"/>
        </a:p>
      </dgm:t>
    </dgm:pt>
    <dgm:pt modelId="{F3E713D6-0DC2-4838-AD9B-83D548E24DC1}">
      <dgm:prSet phldrT="[Text]" phldr="0" custT="1"/>
      <dgm:spPr/>
      <dgm:t>
        <a:bodyPr/>
        <a:lstStyle/>
        <a:p>
          <a:r>
            <a:rPr lang="en-US" sz="1600" dirty="0"/>
            <a:t>3. Scope</a:t>
          </a:r>
        </a:p>
        <a:p>
          <a:r>
            <a:rPr lang="en-US" sz="1000" dirty="0"/>
            <a:t>Define affected systems</a:t>
          </a:r>
        </a:p>
      </dgm:t>
    </dgm:pt>
    <dgm:pt modelId="{EACF5C71-7260-4C1D-B25F-DE3BC748EA6C}" type="parTrans" cxnId="{11D4AFAF-5D3B-4F75-851A-5CD569623B62}">
      <dgm:prSet/>
      <dgm:spPr/>
      <dgm:t>
        <a:bodyPr/>
        <a:lstStyle/>
        <a:p>
          <a:endParaRPr lang="en-US"/>
        </a:p>
      </dgm:t>
    </dgm:pt>
    <dgm:pt modelId="{0D9A2207-F275-447B-879A-58E8B9E0CF0A}" type="sibTrans" cxnId="{11D4AFAF-5D3B-4F75-851A-5CD569623B62}">
      <dgm:prSet/>
      <dgm:spPr/>
      <dgm:t>
        <a:bodyPr/>
        <a:lstStyle/>
        <a:p>
          <a:endParaRPr lang="en-US"/>
        </a:p>
      </dgm:t>
    </dgm:pt>
    <dgm:pt modelId="{EA14A609-D740-4F21-B86C-47F213E94EC8}">
      <dgm:prSet custT="1"/>
      <dgm:spPr/>
      <dgm:t>
        <a:bodyPr/>
        <a:lstStyle/>
        <a:p>
          <a:pPr>
            <a:buNone/>
          </a:pPr>
          <a:r>
            <a:rPr lang="en-US" sz="1600" dirty="0"/>
            <a:t>4. Secure</a:t>
          </a:r>
        </a:p>
        <a:p>
          <a:pPr>
            <a:buNone/>
          </a:pPr>
          <a:r>
            <a:rPr lang="en-US" sz="1000" dirty="0"/>
            <a:t>Stabilize systems</a:t>
          </a:r>
        </a:p>
      </dgm:t>
    </dgm:pt>
    <dgm:pt modelId="{F7D81D05-F7E4-498D-80A1-D1DA9DC6A5FB}" type="parTrans" cxnId="{D468ECA2-A6B6-45BF-8B74-DA9C3AC25BC1}">
      <dgm:prSet/>
      <dgm:spPr/>
      <dgm:t>
        <a:bodyPr/>
        <a:lstStyle/>
        <a:p>
          <a:endParaRPr lang="en-US"/>
        </a:p>
      </dgm:t>
    </dgm:pt>
    <dgm:pt modelId="{CC7367F5-76CE-4033-862B-AC785297AADC}" type="sibTrans" cxnId="{D468ECA2-A6B6-45BF-8B74-DA9C3AC25BC1}">
      <dgm:prSet/>
      <dgm:spPr/>
      <dgm:t>
        <a:bodyPr/>
        <a:lstStyle/>
        <a:p>
          <a:endParaRPr lang="en-US"/>
        </a:p>
      </dgm:t>
    </dgm:pt>
    <dgm:pt modelId="{D88BECBA-BA4B-44A1-9E30-887EA5A988FC}" type="pres">
      <dgm:prSet presAssocID="{DF92424E-EB53-4824-A6F7-388F63CFC517}" presName="CompostProcess" presStyleCnt="0">
        <dgm:presLayoutVars>
          <dgm:dir/>
          <dgm:resizeHandles val="exact"/>
        </dgm:presLayoutVars>
      </dgm:prSet>
      <dgm:spPr/>
    </dgm:pt>
    <dgm:pt modelId="{57B93483-367B-4454-AB06-0881D2EBB9FC}" type="pres">
      <dgm:prSet presAssocID="{DF92424E-EB53-4824-A6F7-388F63CFC517}" presName="arrow" presStyleLbl="bgShp" presStyleIdx="0" presStyleCnt="1"/>
      <dgm:spPr/>
    </dgm:pt>
    <dgm:pt modelId="{2ADF2B54-1DEF-4469-B8AF-D76055B50CE2}" type="pres">
      <dgm:prSet presAssocID="{DF92424E-EB53-4824-A6F7-388F63CFC517}" presName="linearProcess" presStyleCnt="0"/>
      <dgm:spPr/>
    </dgm:pt>
    <dgm:pt modelId="{1C95F474-19F0-4468-A422-9DC1AFA3C297}" type="pres">
      <dgm:prSet presAssocID="{6FB0DC61-5F36-49A9-AD59-D1DBF66AF8C8}" presName="textNode" presStyleLbl="node1" presStyleIdx="0" presStyleCnt="4">
        <dgm:presLayoutVars>
          <dgm:bulletEnabled val="1"/>
        </dgm:presLayoutVars>
      </dgm:prSet>
      <dgm:spPr/>
    </dgm:pt>
    <dgm:pt modelId="{BFCF5B9D-EB6F-4445-9782-13E65CEC265B}" type="pres">
      <dgm:prSet presAssocID="{FB477C01-9047-4396-AB1E-235F77F12C30}" presName="sibTrans" presStyleCnt="0"/>
      <dgm:spPr/>
    </dgm:pt>
    <dgm:pt modelId="{E14466E8-6213-428D-A90D-319B962BB2E8}" type="pres">
      <dgm:prSet presAssocID="{E55D5A7E-113E-471C-9279-89581A13F572}" presName="textNode" presStyleLbl="node1" presStyleIdx="1" presStyleCnt="4">
        <dgm:presLayoutVars>
          <dgm:bulletEnabled val="1"/>
        </dgm:presLayoutVars>
      </dgm:prSet>
      <dgm:spPr/>
    </dgm:pt>
    <dgm:pt modelId="{6B684F6F-05B7-437B-B9A6-DDA33F4F455C}" type="pres">
      <dgm:prSet presAssocID="{37BDF08B-9DF1-49FB-A6CF-9383CD6C310C}" presName="sibTrans" presStyleCnt="0"/>
      <dgm:spPr/>
    </dgm:pt>
    <dgm:pt modelId="{C7A57FEB-00C3-4411-96C0-BB560A177B57}" type="pres">
      <dgm:prSet presAssocID="{F3E713D6-0DC2-4838-AD9B-83D548E24DC1}" presName="textNode" presStyleLbl="node1" presStyleIdx="2" presStyleCnt="4">
        <dgm:presLayoutVars>
          <dgm:bulletEnabled val="1"/>
        </dgm:presLayoutVars>
      </dgm:prSet>
      <dgm:spPr/>
    </dgm:pt>
    <dgm:pt modelId="{700AC285-44B3-423D-9DC8-4C80019DA1DC}" type="pres">
      <dgm:prSet presAssocID="{0D9A2207-F275-447B-879A-58E8B9E0CF0A}" presName="sibTrans" presStyleCnt="0"/>
      <dgm:spPr/>
    </dgm:pt>
    <dgm:pt modelId="{2994D133-E86B-4BBC-AB04-611EF50DD82A}" type="pres">
      <dgm:prSet presAssocID="{EA14A609-D740-4F21-B86C-47F213E94EC8}" presName="textNode" presStyleLbl="node1" presStyleIdx="3" presStyleCnt="4">
        <dgm:presLayoutVars>
          <dgm:bulletEnabled val="1"/>
        </dgm:presLayoutVars>
      </dgm:prSet>
      <dgm:spPr/>
    </dgm:pt>
  </dgm:ptLst>
  <dgm:cxnLst>
    <dgm:cxn modelId="{C7B3E00E-7233-4DF0-9E01-6CEE83ECA52E}" type="presOf" srcId="{6FB0DC61-5F36-49A9-AD59-D1DBF66AF8C8}" destId="{1C95F474-19F0-4468-A422-9DC1AFA3C297}" srcOrd="0" destOrd="0" presId="urn:microsoft.com/office/officeart/2005/8/layout/hProcess9"/>
    <dgm:cxn modelId="{2B4F7411-79E4-43E8-9CC7-1C443D0D88D6}" srcId="{DF92424E-EB53-4824-A6F7-388F63CFC517}" destId="{6FB0DC61-5F36-49A9-AD59-D1DBF66AF8C8}" srcOrd="0" destOrd="0" parTransId="{A8B8FCFC-9E4E-428E-9DFC-30E5ED446822}" sibTransId="{FB477C01-9047-4396-AB1E-235F77F12C30}"/>
    <dgm:cxn modelId="{87909622-D574-4538-9176-60D895130544}" type="presOf" srcId="{F3E713D6-0DC2-4838-AD9B-83D548E24DC1}" destId="{C7A57FEB-00C3-4411-96C0-BB560A177B57}" srcOrd="0" destOrd="0" presId="urn:microsoft.com/office/officeart/2005/8/layout/hProcess9"/>
    <dgm:cxn modelId="{E1907635-E5F6-4786-836C-E29674905AA1}" type="presOf" srcId="{E55D5A7E-113E-471C-9279-89581A13F572}" destId="{E14466E8-6213-428D-A90D-319B962BB2E8}" srcOrd="0" destOrd="0" presId="urn:microsoft.com/office/officeart/2005/8/layout/hProcess9"/>
    <dgm:cxn modelId="{CCAFFE6C-1B81-4FEA-9708-E68E73574590}" srcId="{DF92424E-EB53-4824-A6F7-388F63CFC517}" destId="{E55D5A7E-113E-471C-9279-89581A13F572}" srcOrd="1" destOrd="0" parTransId="{B0FBE451-C654-4ABC-AA02-E3EBDB7F80FA}" sibTransId="{37BDF08B-9DF1-49FB-A6CF-9383CD6C310C}"/>
    <dgm:cxn modelId="{D468ECA2-A6B6-45BF-8B74-DA9C3AC25BC1}" srcId="{DF92424E-EB53-4824-A6F7-388F63CFC517}" destId="{EA14A609-D740-4F21-B86C-47F213E94EC8}" srcOrd="3" destOrd="0" parTransId="{F7D81D05-F7E4-498D-80A1-D1DA9DC6A5FB}" sibTransId="{CC7367F5-76CE-4033-862B-AC785297AADC}"/>
    <dgm:cxn modelId="{11D4AFAF-5D3B-4F75-851A-5CD569623B62}" srcId="{DF92424E-EB53-4824-A6F7-388F63CFC517}" destId="{F3E713D6-0DC2-4838-AD9B-83D548E24DC1}" srcOrd="2" destOrd="0" parTransId="{EACF5C71-7260-4C1D-B25F-DE3BC748EA6C}" sibTransId="{0D9A2207-F275-447B-879A-58E8B9E0CF0A}"/>
    <dgm:cxn modelId="{7D9394C4-8561-472F-AC51-32596EC66FD5}" type="presOf" srcId="{DF92424E-EB53-4824-A6F7-388F63CFC517}" destId="{D88BECBA-BA4B-44A1-9E30-887EA5A988FC}" srcOrd="0" destOrd="0" presId="urn:microsoft.com/office/officeart/2005/8/layout/hProcess9"/>
    <dgm:cxn modelId="{8A67D5DA-4735-44DD-B9D7-0F6B1221CA4F}" type="presOf" srcId="{EA14A609-D740-4F21-B86C-47F213E94EC8}" destId="{2994D133-E86B-4BBC-AB04-611EF50DD82A}" srcOrd="0" destOrd="0" presId="urn:microsoft.com/office/officeart/2005/8/layout/hProcess9"/>
    <dgm:cxn modelId="{04EF075B-644A-46D7-98CC-0F25F72F7CC0}" type="presParOf" srcId="{D88BECBA-BA4B-44A1-9E30-887EA5A988FC}" destId="{57B93483-367B-4454-AB06-0881D2EBB9FC}" srcOrd="0" destOrd="0" presId="urn:microsoft.com/office/officeart/2005/8/layout/hProcess9"/>
    <dgm:cxn modelId="{E9991B93-696A-404C-A9C8-7D5C68CE797B}" type="presParOf" srcId="{D88BECBA-BA4B-44A1-9E30-887EA5A988FC}" destId="{2ADF2B54-1DEF-4469-B8AF-D76055B50CE2}" srcOrd="1" destOrd="0" presId="urn:microsoft.com/office/officeart/2005/8/layout/hProcess9"/>
    <dgm:cxn modelId="{FDA52727-80F4-4C09-81CF-AEDE7FDC9EA8}" type="presParOf" srcId="{2ADF2B54-1DEF-4469-B8AF-D76055B50CE2}" destId="{1C95F474-19F0-4468-A422-9DC1AFA3C297}" srcOrd="0" destOrd="0" presId="urn:microsoft.com/office/officeart/2005/8/layout/hProcess9"/>
    <dgm:cxn modelId="{DF0F8EC0-D778-406C-A658-52EF386445E2}" type="presParOf" srcId="{2ADF2B54-1DEF-4469-B8AF-D76055B50CE2}" destId="{BFCF5B9D-EB6F-4445-9782-13E65CEC265B}" srcOrd="1" destOrd="0" presId="urn:microsoft.com/office/officeart/2005/8/layout/hProcess9"/>
    <dgm:cxn modelId="{219BE71E-8906-4155-B758-8DBEE4ACAF6D}" type="presParOf" srcId="{2ADF2B54-1DEF-4469-B8AF-D76055B50CE2}" destId="{E14466E8-6213-428D-A90D-319B962BB2E8}" srcOrd="2" destOrd="0" presId="urn:microsoft.com/office/officeart/2005/8/layout/hProcess9"/>
    <dgm:cxn modelId="{FDBA1041-2FE3-4373-A317-DA2F9E03803A}" type="presParOf" srcId="{2ADF2B54-1DEF-4469-B8AF-D76055B50CE2}" destId="{6B684F6F-05B7-437B-B9A6-DDA33F4F455C}" srcOrd="3" destOrd="0" presId="urn:microsoft.com/office/officeart/2005/8/layout/hProcess9"/>
    <dgm:cxn modelId="{67327E19-E8F6-4AA9-AC25-D5951F6F7524}" type="presParOf" srcId="{2ADF2B54-1DEF-4469-B8AF-D76055B50CE2}" destId="{C7A57FEB-00C3-4411-96C0-BB560A177B57}" srcOrd="4" destOrd="0" presId="urn:microsoft.com/office/officeart/2005/8/layout/hProcess9"/>
    <dgm:cxn modelId="{3D0E98E9-B97A-4A58-8F74-7463199A404A}" type="presParOf" srcId="{2ADF2B54-1DEF-4469-B8AF-D76055B50CE2}" destId="{700AC285-44B3-423D-9DC8-4C80019DA1DC}" srcOrd="5" destOrd="0" presId="urn:microsoft.com/office/officeart/2005/8/layout/hProcess9"/>
    <dgm:cxn modelId="{052F5F4C-693A-4DD2-A3C1-20AB2ECE1EF0}" type="presParOf" srcId="{2ADF2B54-1DEF-4469-B8AF-D76055B50CE2}" destId="{2994D133-E86B-4BBC-AB04-611EF50DD82A}"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F92424E-EB53-4824-A6F7-388F63CFC517}" type="doc">
      <dgm:prSet loTypeId="urn:microsoft.com/office/officeart/2005/8/layout/hProcess9" loCatId="process" qsTypeId="urn:microsoft.com/office/officeart/2005/8/quickstyle/simple1" qsCatId="simple" csTypeId="urn:microsoft.com/office/officeart/2005/8/colors/accent0_3" csCatId="mainScheme" phldr="1"/>
      <dgm:spPr/>
      <dgm:t>
        <a:bodyPr/>
        <a:lstStyle/>
        <a:p>
          <a:endParaRPr lang="en-US"/>
        </a:p>
      </dgm:t>
    </dgm:pt>
    <dgm:pt modelId="{6FB0DC61-5F36-49A9-AD59-D1DBF66AF8C8}">
      <dgm:prSet phldrT="[Text]" phldr="0" custT="1"/>
      <dgm:spPr/>
      <dgm:t>
        <a:bodyPr/>
        <a:lstStyle/>
        <a:p>
          <a:r>
            <a:rPr lang="en-US" sz="1600" dirty="0"/>
            <a:t>5. Identify Evidence</a:t>
          </a:r>
        </a:p>
        <a:p>
          <a:r>
            <a:rPr lang="en-US" sz="1000" dirty="0"/>
            <a:t>Locate relevant data</a:t>
          </a:r>
        </a:p>
      </dgm:t>
    </dgm:pt>
    <dgm:pt modelId="{A8B8FCFC-9E4E-428E-9DFC-30E5ED446822}" type="parTrans" cxnId="{2B4F7411-79E4-43E8-9CC7-1C443D0D88D6}">
      <dgm:prSet/>
      <dgm:spPr/>
      <dgm:t>
        <a:bodyPr/>
        <a:lstStyle/>
        <a:p>
          <a:endParaRPr lang="en-US"/>
        </a:p>
      </dgm:t>
    </dgm:pt>
    <dgm:pt modelId="{FB477C01-9047-4396-AB1E-235F77F12C30}" type="sibTrans" cxnId="{2B4F7411-79E4-43E8-9CC7-1C443D0D88D6}">
      <dgm:prSet/>
      <dgm:spPr/>
      <dgm:t>
        <a:bodyPr/>
        <a:lstStyle/>
        <a:p>
          <a:endParaRPr lang="en-US"/>
        </a:p>
      </dgm:t>
    </dgm:pt>
    <dgm:pt modelId="{E55D5A7E-113E-471C-9279-89581A13F572}">
      <dgm:prSet phldrT="[Text]" phldr="0" custT="1"/>
      <dgm:spPr/>
      <dgm:t>
        <a:bodyPr/>
        <a:lstStyle/>
        <a:p>
          <a:r>
            <a:rPr lang="en-US" sz="1600" dirty="0"/>
            <a:t>6. Preserve</a:t>
          </a:r>
        </a:p>
        <a:p>
          <a:r>
            <a:rPr lang="en-US" sz="1000" dirty="0"/>
            <a:t>Protect original data</a:t>
          </a:r>
        </a:p>
      </dgm:t>
    </dgm:pt>
    <dgm:pt modelId="{B0FBE451-C654-4ABC-AA02-E3EBDB7F80FA}" type="parTrans" cxnId="{CCAFFE6C-1B81-4FEA-9708-E68E73574590}">
      <dgm:prSet/>
      <dgm:spPr/>
      <dgm:t>
        <a:bodyPr/>
        <a:lstStyle/>
        <a:p>
          <a:endParaRPr lang="en-US"/>
        </a:p>
      </dgm:t>
    </dgm:pt>
    <dgm:pt modelId="{37BDF08B-9DF1-49FB-A6CF-9383CD6C310C}" type="sibTrans" cxnId="{CCAFFE6C-1B81-4FEA-9708-E68E73574590}">
      <dgm:prSet/>
      <dgm:spPr/>
      <dgm:t>
        <a:bodyPr/>
        <a:lstStyle/>
        <a:p>
          <a:endParaRPr lang="en-US"/>
        </a:p>
      </dgm:t>
    </dgm:pt>
    <dgm:pt modelId="{F3E713D6-0DC2-4838-AD9B-83D548E24DC1}">
      <dgm:prSet phldrT="[Text]" phldr="0" custT="1"/>
      <dgm:spPr/>
      <dgm:t>
        <a:bodyPr/>
        <a:lstStyle/>
        <a:p>
          <a:r>
            <a:rPr lang="en-US" sz="1600" dirty="0"/>
            <a:t>7. Collect</a:t>
          </a:r>
        </a:p>
        <a:p>
          <a:r>
            <a:rPr lang="en-US" sz="1000" dirty="0"/>
            <a:t>Acquire copies and logs</a:t>
          </a:r>
        </a:p>
      </dgm:t>
    </dgm:pt>
    <dgm:pt modelId="{EACF5C71-7260-4C1D-B25F-DE3BC748EA6C}" type="parTrans" cxnId="{11D4AFAF-5D3B-4F75-851A-5CD569623B62}">
      <dgm:prSet/>
      <dgm:spPr/>
      <dgm:t>
        <a:bodyPr/>
        <a:lstStyle/>
        <a:p>
          <a:endParaRPr lang="en-US"/>
        </a:p>
      </dgm:t>
    </dgm:pt>
    <dgm:pt modelId="{0D9A2207-F275-447B-879A-58E8B9E0CF0A}" type="sibTrans" cxnId="{11D4AFAF-5D3B-4F75-851A-5CD569623B62}">
      <dgm:prSet/>
      <dgm:spPr/>
      <dgm:t>
        <a:bodyPr/>
        <a:lstStyle/>
        <a:p>
          <a:endParaRPr lang="en-US"/>
        </a:p>
      </dgm:t>
    </dgm:pt>
    <dgm:pt modelId="{EA14A609-D740-4F21-B86C-47F213E94EC8}">
      <dgm:prSet custT="1"/>
      <dgm:spPr/>
      <dgm:t>
        <a:bodyPr/>
        <a:lstStyle/>
        <a:p>
          <a:r>
            <a:rPr lang="en-US" sz="1600" dirty="0"/>
            <a:t>8. Document</a:t>
          </a:r>
        </a:p>
        <a:p>
          <a:r>
            <a:rPr lang="en-US" sz="1000" dirty="0"/>
            <a:t>Record every action</a:t>
          </a:r>
        </a:p>
      </dgm:t>
    </dgm:pt>
    <dgm:pt modelId="{F7D81D05-F7E4-498D-80A1-D1DA9DC6A5FB}" type="parTrans" cxnId="{D468ECA2-A6B6-45BF-8B74-DA9C3AC25BC1}">
      <dgm:prSet/>
      <dgm:spPr/>
      <dgm:t>
        <a:bodyPr/>
        <a:lstStyle/>
        <a:p>
          <a:endParaRPr lang="en-US"/>
        </a:p>
      </dgm:t>
    </dgm:pt>
    <dgm:pt modelId="{CC7367F5-76CE-4033-862B-AC785297AADC}" type="sibTrans" cxnId="{D468ECA2-A6B6-45BF-8B74-DA9C3AC25BC1}">
      <dgm:prSet/>
      <dgm:spPr/>
      <dgm:t>
        <a:bodyPr/>
        <a:lstStyle/>
        <a:p>
          <a:endParaRPr lang="en-US"/>
        </a:p>
      </dgm:t>
    </dgm:pt>
    <dgm:pt modelId="{D88BECBA-BA4B-44A1-9E30-887EA5A988FC}" type="pres">
      <dgm:prSet presAssocID="{DF92424E-EB53-4824-A6F7-388F63CFC517}" presName="CompostProcess" presStyleCnt="0">
        <dgm:presLayoutVars>
          <dgm:dir/>
          <dgm:resizeHandles val="exact"/>
        </dgm:presLayoutVars>
      </dgm:prSet>
      <dgm:spPr/>
    </dgm:pt>
    <dgm:pt modelId="{57B93483-367B-4454-AB06-0881D2EBB9FC}" type="pres">
      <dgm:prSet presAssocID="{DF92424E-EB53-4824-A6F7-388F63CFC517}" presName="arrow" presStyleLbl="bgShp" presStyleIdx="0" presStyleCnt="1"/>
      <dgm:spPr/>
    </dgm:pt>
    <dgm:pt modelId="{2ADF2B54-1DEF-4469-B8AF-D76055B50CE2}" type="pres">
      <dgm:prSet presAssocID="{DF92424E-EB53-4824-A6F7-388F63CFC517}" presName="linearProcess" presStyleCnt="0"/>
      <dgm:spPr/>
    </dgm:pt>
    <dgm:pt modelId="{1C95F474-19F0-4468-A422-9DC1AFA3C297}" type="pres">
      <dgm:prSet presAssocID="{6FB0DC61-5F36-49A9-AD59-D1DBF66AF8C8}" presName="textNode" presStyleLbl="node1" presStyleIdx="0" presStyleCnt="4">
        <dgm:presLayoutVars>
          <dgm:bulletEnabled val="1"/>
        </dgm:presLayoutVars>
      </dgm:prSet>
      <dgm:spPr/>
    </dgm:pt>
    <dgm:pt modelId="{BFCF5B9D-EB6F-4445-9782-13E65CEC265B}" type="pres">
      <dgm:prSet presAssocID="{FB477C01-9047-4396-AB1E-235F77F12C30}" presName="sibTrans" presStyleCnt="0"/>
      <dgm:spPr/>
    </dgm:pt>
    <dgm:pt modelId="{E14466E8-6213-428D-A90D-319B962BB2E8}" type="pres">
      <dgm:prSet presAssocID="{E55D5A7E-113E-471C-9279-89581A13F572}" presName="textNode" presStyleLbl="node1" presStyleIdx="1" presStyleCnt="4">
        <dgm:presLayoutVars>
          <dgm:bulletEnabled val="1"/>
        </dgm:presLayoutVars>
      </dgm:prSet>
      <dgm:spPr/>
    </dgm:pt>
    <dgm:pt modelId="{6B684F6F-05B7-437B-B9A6-DDA33F4F455C}" type="pres">
      <dgm:prSet presAssocID="{37BDF08B-9DF1-49FB-A6CF-9383CD6C310C}" presName="sibTrans" presStyleCnt="0"/>
      <dgm:spPr/>
    </dgm:pt>
    <dgm:pt modelId="{C7A57FEB-00C3-4411-96C0-BB560A177B57}" type="pres">
      <dgm:prSet presAssocID="{F3E713D6-0DC2-4838-AD9B-83D548E24DC1}" presName="textNode" presStyleLbl="node1" presStyleIdx="2" presStyleCnt="4">
        <dgm:presLayoutVars>
          <dgm:bulletEnabled val="1"/>
        </dgm:presLayoutVars>
      </dgm:prSet>
      <dgm:spPr/>
    </dgm:pt>
    <dgm:pt modelId="{700AC285-44B3-423D-9DC8-4C80019DA1DC}" type="pres">
      <dgm:prSet presAssocID="{0D9A2207-F275-447B-879A-58E8B9E0CF0A}" presName="sibTrans" presStyleCnt="0"/>
      <dgm:spPr/>
    </dgm:pt>
    <dgm:pt modelId="{2994D133-E86B-4BBC-AB04-611EF50DD82A}" type="pres">
      <dgm:prSet presAssocID="{EA14A609-D740-4F21-B86C-47F213E94EC8}" presName="textNode" presStyleLbl="node1" presStyleIdx="3" presStyleCnt="4">
        <dgm:presLayoutVars>
          <dgm:bulletEnabled val="1"/>
        </dgm:presLayoutVars>
      </dgm:prSet>
      <dgm:spPr/>
    </dgm:pt>
  </dgm:ptLst>
  <dgm:cxnLst>
    <dgm:cxn modelId="{C7B3E00E-7233-4DF0-9E01-6CEE83ECA52E}" type="presOf" srcId="{6FB0DC61-5F36-49A9-AD59-D1DBF66AF8C8}" destId="{1C95F474-19F0-4468-A422-9DC1AFA3C297}" srcOrd="0" destOrd="0" presId="urn:microsoft.com/office/officeart/2005/8/layout/hProcess9"/>
    <dgm:cxn modelId="{2B4F7411-79E4-43E8-9CC7-1C443D0D88D6}" srcId="{DF92424E-EB53-4824-A6F7-388F63CFC517}" destId="{6FB0DC61-5F36-49A9-AD59-D1DBF66AF8C8}" srcOrd="0" destOrd="0" parTransId="{A8B8FCFC-9E4E-428E-9DFC-30E5ED446822}" sibTransId="{FB477C01-9047-4396-AB1E-235F77F12C30}"/>
    <dgm:cxn modelId="{87909622-D574-4538-9176-60D895130544}" type="presOf" srcId="{F3E713D6-0DC2-4838-AD9B-83D548E24DC1}" destId="{C7A57FEB-00C3-4411-96C0-BB560A177B57}" srcOrd="0" destOrd="0" presId="urn:microsoft.com/office/officeart/2005/8/layout/hProcess9"/>
    <dgm:cxn modelId="{E1907635-E5F6-4786-836C-E29674905AA1}" type="presOf" srcId="{E55D5A7E-113E-471C-9279-89581A13F572}" destId="{E14466E8-6213-428D-A90D-319B962BB2E8}" srcOrd="0" destOrd="0" presId="urn:microsoft.com/office/officeart/2005/8/layout/hProcess9"/>
    <dgm:cxn modelId="{CCAFFE6C-1B81-4FEA-9708-E68E73574590}" srcId="{DF92424E-EB53-4824-A6F7-388F63CFC517}" destId="{E55D5A7E-113E-471C-9279-89581A13F572}" srcOrd="1" destOrd="0" parTransId="{B0FBE451-C654-4ABC-AA02-E3EBDB7F80FA}" sibTransId="{37BDF08B-9DF1-49FB-A6CF-9383CD6C310C}"/>
    <dgm:cxn modelId="{D468ECA2-A6B6-45BF-8B74-DA9C3AC25BC1}" srcId="{DF92424E-EB53-4824-A6F7-388F63CFC517}" destId="{EA14A609-D740-4F21-B86C-47F213E94EC8}" srcOrd="3" destOrd="0" parTransId="{F7D81D05-F7E4-498D-80A1-D1DA9DC6A5FB}" sibTransId="{CC7367F5-76CE-4033-862B-AC785297AADC}"/>
    <dgm:cxn modelId="{11D4AFAF-5D3B-4F75-851A-5CD569623B62}" srcId="{DF92424E-EB53-4824-A6F7-388F63CFC517}" destId="{F3E713D6-0DC2-4838-AD9B-83D548E24DC1}" srcOrd="2" destOrd="0" parTransId="{EACF5C71-7260-4C1D-B25F-DE3BC748EA6C}" sibTransId="{0D9A2207-F275-447B-879A-58E8B9E0CF0A}"/>
    <dgm:cxn modelId="{7D9394C4-8561-472F-AC51-32596EC66FD5}" type="presOf" srcId="{DF92424E-EB53-4824-A6F7-388F63CFC517}" destId="{D88BECBA-BA4B-44A1-9E30-887EA5A988FC}" srcOrd="0" destOrd="0" presId="urn:microsoft.com/office/officeart/2005/8/layout/hProcess9"/>
    <dgm:cxn modelId="{8A67D5DA-4735-44DD-B9D7-0F6B1221CA4F}" type="presOf" srcId="{EA14A609-D740-4F21-B86C-47F213E94EC8}" destId="{2994D133-E86B-4BBC-AB04-611EF50DD82A}" srcOrd="0" destOrd="0" presId="urn:microsoft.com/office/officeart/2005/8/layout/hProcess9"/>
    <dgm:cxn modelId="{04EF075B-644A-46D7-98CC-0F25F72F7CC0}" type="presParOf" srcId="{D88BECBA-BA4B-44A1-9E30-887EA5A988FC}" destId="{57B93483-367B-4454-AB06-0881D2EBB9FC}" srcOrd="0" destOrd="0" presId="urn:microsoft.com/office/officeart/2005/8/layout/hProcess9"/>
    <dgm:cxn modelId="{E9991B93-696A-404C-A9C8-7D5C68CE797B}" type="presParOf" srcId="{D88BECBA-BA4B-44A1-9E30-887EA5A988FC}" destId="{2ADF2B54-1DEF-4469-B8AF-D76055B50CE2}" srcOrd="1" destOrd="0" presId="urn:microsoft.com/office/officeart/2005/8/layout/hProcess9"/>
    <dgm:cxn modelId="{FDA52727-80F4-4C09-81CF-AEDE7FDC9EA8}" type="presParOf" srcId="{2ADF2B54-1DEF-4469-B8AF-D76055B50CE2}" destId="{1C95F474-19F0-4468-A422-9DC1AFA3C297}" srcOrd="0" destOrd="0" presId="urn:microsoft.com/office/officeart/2005/8/layout/hProcess9"/>
    <dgm:cxn modelId="{DF0F8EC0-D778-406C-A658-52EF386445E2}" type="presParOf" srcId="{2ADF2B54-1DEF-4469-B8AF-D76055B50CE2}" destId="{BFCF5B9D-EB6F-4445-9782-13E65CEC265B}" srcOrd="1" destOrd="0" presId="urn:microsoft.com/office/officeart/2005/8/layout/hProcess9"/>
    <dgm:cxn modelId="{219BE71E-8906-4155-B758-8DBEE4ACAF6D}" type="presParOf" srcId="{2ADF2B54-1DEF-4469-B8AF-D76055B50CE2}" destId="{E14466E8-6213-428D-A90D-319B962BB2E8}" srcOrd="2" destOrd="0" presId="urn:microsoft.com/office/officeart/2005/8/layout/hProcess9"/>
    <dgm:cxn modelId="{FDBA1041-2FE3-4373-A317-DA2F9E03803A}" type="presParOf" srcId="{2ADF2B54-1DEF-4469-B8AF-D76055B50CE2}" destId="{6B684F6F-05B7-437B-B9A6-DDA33F4F455C}" srcOrd="3" destOrd="0" presId="urn:microsoft.com/office/officeart/2005/8/layout/hProcess9"/>
    <dgm:cxn modelId="{67327E19-E8F6-4AA9-AC25-D5951F6F7524}" type="presParOf" srcId="{2ADF2B54-1DEF-4469-B8AF-D76055B50CE2}" destId="{C7A57FEB-00C3-4411-96C0-BB560A177B57}" srcOrd="4" destOrd="0" presId="urn:microsoft.com/office/officeart/2005/8/layout/hProcess9"/>
    <dgm:cxn modelId="{3D0E98E9-B97A-4A58-8F74-7463199A404A}" type="presParOf" srcId="{2ADF2B54-1DEF-4469-B8AF-D76055B50CE2}" destId="{700AC285-44B3-423D-9DC8-4C80019DA1DC}" srcOrd="5" destOrd="0" presId="urn:microsoft.com/office/officeart/2005/8/layout/hProcess9"/>
    <dgm:cxn modelId="{052F5F4C-693A-4DD2-A3C1-20AB2ECE1EF0}" type="presParOf" srcId="{2ADF2B54-1DEF-4469-B8AF-D76055B50CE2}" destId="{2994D133-E86B-4BBC-AB04-611EF50DD82A}" srcOrd="6" destOrd="0" presId="urn:microsoft.com/office/officeart/2005/8/layout/hProcess9"/>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F92424E-EB53-4824-A6F7-388F63CFC517}" type="doc">
      <dgm:prSet loTypeId="urn:microsoft.com/office/officeart/2005/8/layout/hProcess9" loCatId="process" qsTypeId="urn:microsoft.com/office/officeart/2005/8/quickstyle/simple1" qsCatId="simple" csTypeId="urn:microsoft.com/office/officeart/2005/8/colors/accent0_3" csCatId="mainScheme" phldr="1"/>
      <dgm:spPr/>
      <dgm:t>
        <a:bodyPr/>
        <a:lstStyle/>
        <a:p>
          <a:endParaRPr lang="en-US"/>
        </a:p>
      </dgm:t>
    </dgm:pt>
    <dgm:pt modelId="{6FB0DC61-5F36-49A9-AD59-D1DBF66AF8C8}">
      <dgm:prSet phldrT="[Text]" phldr="0" custT="1"/>
      <dgm:spPr/>
      <dgm:t>
        <a:bodyPr/>
        <a:lstStyle/>
        <a:p>
          <a:r>
            <a:rPr lang="en-US" sz="1600" dirty="0"/>
            <a:t>9. Examine</a:t>
          </a:r>
        </a:p>
        <a:p>
          <a:r>
            <a:rPr lang="en-US" sz="1000" dirty="0"/>
            <a:t>Process artifacts </a:t>
          </a:r>
        </a:p>
      </dgm:t>
    </dgm:pt>
    <dgm:pt modelId="{A8B8FCFC-9E4E-428E-9DFC-30E5ED446822}" type="parTrans" cxnId="{2B4F7411-79E4-43E8-9CC7-1C443D0D88D6}">
      <dgm:prSet/>
      <dgm:spPr/>
      <dgm:t>
        <a:bodyPr/>
        <a:lstStyle/>
        <a:p>
          <a:endParaRPr lang="en-US"/>
        </a:p>
      </dgm:t>
    </dgm:pt>
    <dgm:pt modelId="{FB477C01-9047-4396-AB1E-235F77F12C30}" type="sibTrans" cxnId="{2B4F7411-79E4-43E8-9CC7-1C443D0D88D6}">
      <dgm:prSet/>
      <dgm:spPr/>
      <dgm:t>
        <a:bodyPr/>
        <a:lstStyle/>
        <a:p>
          <a:endParaRPr lang="en-US"/>
        </a:p>
      </dgm:t>
    </dgm:pt>
    <dgm:pt modelId="{E55D5A7E-113E-471C-9279-89581A13F572}">
      <dgm:prSet phldrT="[Text]" phldr="0" custT="1"/>
      <dgm:spPr/>
      <dgm:t>
        <a:bodyPr/>
        <a:lstStyle/>
        <a:p>
          <a:r>
            <a:rPr lang="en-US" sz="1600" dirty="0"/>
            <a:t>10. Analyze</a:t>
          </a:r>
        </a:p>
        <a:p>
          <a:r>
            <a:rPr lang="en-US" sz="1000" dirty="0"/>
            <a:t>Interpret findings</a:t>
          </a:r>
        </a:p>
      </dgm:t>
    </dgm:pt>
    <dgm:pt modelId="{B0FBE451-C654-4ABC-AA02-E3EBDB7F80FA}" type="parTrans" cxnId="{CCAFFE6C-1B81-4FEA-9708-E68E73574590}">
      <dgm:prSet/>
      <dgm:spPr/>
      <dgm:t>
        <a:bodyPr/>
        <a:lstStyle/>
        <a:p>
          <a:endParaRPr lang="en-US"/>
        </a:p>
      </dgm:t>
    </dgm:pt>
    <dgm:pt modelId="{37BDF08B-9DF1-49FB-A6CF-9383CD6C310C}" type="sibTrans" cxnId="{CCAFFE6C-1B81-4FEA-9708-E68E73574590}">
      <dgm:prSet/>
      <dgm:spPr/>
      <dgm:t>
        <a:bodyPr/>
        <a:lstStyle/>
        <a:p>
          <a:endParaRPr lang="en-US"/>
        </a:p>
      </dgm:t>
    </dgm:pt>
    <dgm:pt modelId="{F3E713D6-0DC2-4838-AD9B-83D548E24DC1}">
      <dgm:prSet phldrT="[Text]" phldr="0" custT="1"/>
      <dgm:spPr/>
      <dgm:t>
        <a:bodyPr/>
        <a:lstStyle/>
        <a:p>
          <a:r>
            <a:rPr lang="en-US" sz="1600" dirty="0"/>
            <a:t>11. Report Findings</a:t>
          </a:r>
        </a:p>
        <a:p>
          <a:r>
            <a:rPr lang="en-US" sz="1000" dirty="0"/>
            <a:t>Explain results</a:t>
          </a:r>
        </a:p>
      </dgm:t>
    </dgm:pt>
    <dgm:pt modelId="{EACF5C71-7260-4C1D-B25F-DE3BC748EA6C}" type="parTrans" cxnId="{11D4AFAF-5D3B-4F75-851A-5CD569623B62}">
      <dgm:prSet/>
      <dgm:spPr/>
      <dgm:t>
        <a:bodyPr/>
        <a:lstStyle/>
        <a:p>
          <a:endParaRPr lang="en-US"/>
        </a:p>
      </dgm:t>
    </dgm:pt>
    <dgm:pt modelId="{0D9A2207-F275-447B-879A-58E8B9E0CF0A}" type="sibTrans" cxnId="{11D4AFAF-5D3B-4F75-851A-5CD569623B62}">
      <dgm:prSet/>
      <dgm:spPr/>
      <dgm:t>
        <a:bodyPr/>
        <a:lstStyle/>
        <a:p>
          <a:endParaRPr lang="en-US"/>
        </a:p>
      </dgm:t>
    </dgm:pt>
    <dgm:pt modelId="{EA14A609-D740-4F21-B86C-47F213E94EC8}">
      <dgm:prSet custT="1"/>
      <dgm:spPr/>
      <dgm:t>
        <a:bodyPr/>
        <a:lstStyle/>
        <a:p>
          <a:r>
            <a:rPr lang="en-US" sz="1600" dirty="0"/>
            <a:t>12. Legal Prep</a:t>
          </a:r>
        </a:p>
        <a:p>
          <a:r>
            <a:rPr lang="en-US" sz="1000" dirty="0"/>
            <a:t>Prepare for decisions</a:t>
          </a:r>
        </a:p>
      </dgm:t>
    </dgm:pt>
    <dgm:pt modelId="{F7D81D05-F7E4-498D-80A1-D1DA9DC6A5FB}" type="parTrans" cxnId="{D468ECA2-A6B6-45BF-8B74-DA9C3AC25BC1}">
      <dgm:prSet/>
      <dgm:spPr/>
      <dgm:t>
        <a:bodyPr/>
        <a:lstStyle/>
        <a:p>
          <a:endParaRPr lang="en-US"/>
        </a:p>
      </dgm:t>
    </dgm:pt>
    <dgm:pt modelId="{CC7367F5-76CE-4033-862B-AC785297AADC}" type="sibTrans" cxnId="{D468ECA2-A6B6-45BF-8B74-DA9C3AC25BC1}">
      <dgm:prSet/>
      <dgm:spPr/>
      <dgm:t>
        <a:bodyPr/>
        <a:lstStyle/>
        <a:p>
          <a:endParaRPr lang="en-US"/>
        </a:p>
      </dgm:t>
    </dgm:pt>
    <dgm:pt modelId="{D88BECBA-BA4B-44A1-9E30-887EA5A988FC}" type="pres">
      <dgm:prSet presAssocID="{DF92424E-EB53-4824-A6F7-388F63CFC517}" presName="CompostProcess" presStyleCnt="0">
        <dgm:presLayoutVars>
          <dgm:dir/>
          <dgm:resizeHandles val="exact"/>
        </dgm:presLayoutVars>
      </dgm:prSet>
      <dgm:spPr/>
    </dgm:pt>
    <dgm:pt modelId="{57B93483-367B-4454-AB06-0881D2EBB9FC}" type="pres">
      <dgm:prSet presAssocID="{DF92424E-EB53-4824-A6F7-388F63CFC517}" presName="arrow" presStyleLbl="bgShp" presStyleIdx="0" presStyleCnt="1"/>
      <dgm:spPr/>
    </dgm:pt>
    <dgm:pt modelId="{2ADF2B54-1DEF-4469-B8AF-D76055B50CE2}" type="pres">
      <dgm:prSet presAssocID="{DF92424E-EB53-4824-A6F7-388F63CFC517}" presName="linearProcess" presStyleCnt="0"/>
      <dgm:spPr/>
    </dgm:pt>
    <dgm:pt modelId="{1C95F474-19F0-4468-A422-9DC1AFA3C297}" type="pres">
      <dgm:prSet presAssocID="{6FB0DC61-5F36-49A9-AD59-D1DBF66AF8C8}" presName="textNode" presStyleLbl="node1" presStyleIdx="0" presStyleCnt="4">
        <dgm:presLayoutVars>
          <dgm:bulletEnabled val="1"/>
        </dgm:presLayoutVars>
      </dgm:prSet>
      <dgm:spPr/>
    </dgm:pt>
    <dgm:pt modelId="{BFCF5B9D-EB6F-4445-9782-13E65CEC265B}" type="pres">
      <dgm:prSet presAssocID="{FB477C01-9047-4396-AB1E-235F77F12C30}" presName="sibTrans" presStyleCnt="0"/>
      <dgm:spPr/>
    </dgm:pt>
    <dgm:pt modelId="{E14466E8-6213-428D-A90D-319B962BB2E8}" type="pres">
      <dgm:prSet presAssocID="{E55D5A7E-113E-471C-9279-89581A13F572}" presName="textNode" presStyleLbl="node1" presStyleIdx="1" presStyleCnt="4">
        <dgm:presLayoutVars>
          <dgm:bulletEnabled val="1"/>
        </dgm:presLayoutVars>
      </dgm:prSet>
      <dgm:spPr/>
    </dgm:pt>
    <dgm:pt modelId="{6B684F6F-05B7-437B-B9A6-DDA33F4F455C}" type="pres">
      <dgm:prSet presAssocID="{37BDF08B-9DF1-49FB-A6CF-9383CD6C310C}" presName="sibTrans" presStyleCnt="0"/>
      <dgm:spPr/>
    </dgm:pt>
    <dgm:pt modelId="{C7A57FEB-00C3-4411-96C0-BB560A177B57}" type="pres">
      <dgm:prSet presAssocID="{F3E713D6-0DC2-4838-AD9B-83D548E24DC1}" presName="textNode" presStyleLbl="node1" presStyleIdx="2" presStyleCnt="4">
        <dgm:presLayoutVars>
          <dgm:bulletEnabled val="1"/>
        </dgm:presLayoutVars>
      </dgm:prSet>
      <dgm:spPr/>
    </dgm:pt>
    <dgm:pt modelId="{700AC285-44B3-423D-9DC8-4C80019DA1DC}" type="pres">
      <dgm:prSet presAssocID="{0D9A2207-F275-447B-879A-58E8B9E0CF0A}" presName="sibTrans" presStyleCnt="0"/>
      <dgm:spPr/>
    </dgm:pt>
    <dgm:pt modelId="{2994D133-E86B-4BBC-AB04-611EF50DD82A}" type="pres">
      <dgm:prSet presAssocID="{EA14A609-D740-4F21-B86C-47F213E94EC8}" presName="textNode" presStyleLbl="node1" presStyleIdx="3" presStyleCnt="4">
        <dgm:presLayoutVars>
          <dgm:bulletEnabled val="1"/>
        </dgm:presLayoutVars>
      </dgm:prSet>
      <dgm:spPr/>
    </dgm:pt>
  </dgm:ptLst>
  <dgm:cxnLst>
    <dgm:cxn modelId="{C7B3E00E-7233-4DF0-9E01-6CEE83ECA52E}" type="presOf" srcId="{6FB0DC61-5F36-49A9-AD59-D1DBF66AF8C8}" destId="{1C95F474-19F0-4468-A422-9DC1AFA3C297}" srcOrd="0" destOrd="0" presId="urn:microsoft.com/office/officeart/2005/8/layout/hProcess9"/>
    <dgm:cxn modelId="{2B4F7411-79E4-43E8-9CC7-1C443D0D88D6}" srcId="{DF92424E-EB53-4824-A6F7-388F63CFC517}" destId="{6FB0DC61-5F36-49A9-AD59-D1DBF66AF8C8}" srcOrd="0" destOrd="0" parTransId="{A8B8FCFC-9E4E-428E-9DFC-30E5ED446822}" sibTransId="{FB477C01-9047-4396-AB1E-235F77F12C30}"/>
    <dgm:cxn modelId="{87909622-D574-4538-9176-60D895130544}" type="presOf" srcId="{F3E713D6-0DC2-4838-AD9B-83D548E24DC1}" destId="{C7A57FEB-00C3-4411-96C0-BB560A177B57}" srcOrd="0" destOrd="0" presId="urn:microsoft.com/office/officeart/2005/8/layout/hProcess9"/>
    <dgm:cxn modelId="{E1907635-E5F6-4786-836C-E29674905AA1}" type="presOf" srcId="{E55D5A7E-113E-471C-9279-89581A13F572}" destId="{E14466E8-6213-428D-A90D-319B962BB2E8}" srcOrd="0" destOrd="0" presId="urn:microsoft.com/office/officeart/2005/8/layout/hProcess9"/>
    <dgm:cxn modelId="{CCAFFE6C-1B81-4FEA-9708-E68E73574590}" srcId="{DF92424E-EB53-4824-A6F7-388F63CFC517}" destId="{E55D5A7E-113E-471C-9279-89581A13F572}" srcOrd="1" destOrd="0" parTransId="{B0FBE451-C654-4ABC-AA02-E3EBDB7F80FA}" sibTransId="{37BDF08B-9DF1-49FB-A6CF-9383CD6C310C}"/>
    <dgm:cxn modelId="{D468ECA2-A6B6-45BF-8B74-DA9C3AC25BC1}" srcId="{DF92424E-EB53-4824-A6F7-388F63CFC517}" destId="{EA14A609-D740-4F21-B86C-47F213E94EC8}" srcOrd="3" destOrd="0" parTransId="{F7D81D05-F7E4-498D-80A1-D1DA9DC6A5FB}" sibTransId="{CC7367F5-76CE-4033-862B-AC785297AADC}"/>
    <dgm:cxn modelId="{11D4AFAF-5D3B-4F75-851A-5CD569623B62}" srcId="{DF92424E-EB53-4824-A6F7-388F63CFC517}" destId="{F3E713D6-0DC2-4838-AD9B-83D548E24DC1}" srcOrd="2" destOrd="0" parTransId="{EACF5C71-7260-4C1D-B25F-DE3BC748EA6C}" sibTransId="{0D9A2207-F275-447B-879A-58E8B9E0CF0A}"/>
    <dgm:cxn modelId="{7D9394C4-8561-472F-AC51-32596EC66FD5}" type="presOf" srcId="{DF92424E-EB53-4824-A6F7-388F63CFC517}" destId="{D88BECBA-BA4B-44A1-9E30-887EA5A988FC}" srcOrd="0" destOrd="0" presId="urn:microsoft.com/office/officeart/2005/8/layout/hProcess9"/>
    <dgm:cxn modelId="{8A67D5DA-4735-44DD-B9D7-0F6B1221CA4F}" type="presOf" srcId="{EA14A609-D740-4F21-B86C-47F213E94EC8}" destId="{2994D133-E86B-4BBC-AB04-611EF50DD82A}" srcOrd="0" destOrd="0" presId="urn:microsoft.com/office/officeart/2005/8/layout/hProcess9"/>
    <dgm:cxn modelId="{04EF075B-644A-46D7-98CC-0F25F72F7CC0}" type="presParOf" srcId="{D88BECBA-BA4B-44A1-9E30-887EA5A988FC}" destId="{57B93483-367B-4454-AB06-0881D2EBB9FC}" srcOrd="0" destOrd="0" presId="urn:microsoft.com/office/officeart/2005/8/layout/hProcess9"/>
    <dgm:cxn modelId="{E9991B93-696A-404C-A9C8-7D5C68CE797B}" type="presParOf" srcId="{D88BECBA-BA4B-44A1-9E30-887EA5A988FC}" destId="{2ADF2B54-1DEF-4469-B8AF-D76055B50CE2}" srcOrd="1" destOrd="0" presId="urn:microsoft.com/office/officeart/2005/8/layout/hProcess9"/>
    <dgm:cxn modelId="{FDA52727-80F4-4C09-81CF-AEDE7FDC9EA8}" type="presParOf" srcId="{2ADF2B54-1DEF-4469-B8AF-D76055B50CE2}" destId="{1C95F474-19F0-4468-A422-9DC1AFA3C297}" srcOrd="0" destOrd="0" presId="urn:microsoft.com/office/officeart/2005/8/layout/hProcess9"/>
    <dgm:cxn modelId="{DF0F8EC0-D778-406C-A658-52EF386445E2}" type="presParOf" srcId="{2ADF2B54-1DEF-4469-B8AF-D76055B50CE2}" destId="{BFCF5B9D-EB6F-4445-9782-13E65CEC265B}" srcOrd="1" destOrd="0" presId="urn:microsoft.com/office/officeart/2005/8/layout/hProcess9"/>
    <dgm:cxn modelId="{219BE71E-8906-4155-B758-8DBEE4ACAF6D}" type="presParOf" srcId="{2ADF2B54-1DEF-4469-B8AF-D76055B50CE2}" destId="{E14466E8-6213-428D-A90D-319B962BB2E8}" srcOrd="2" destOrd="0" presId="urn:microsoft.com/office/officeart/2005/8/layout/hProcess9"/>
    <dgm:cxn modelId="{FDBA1041-2FE3-4373-A317-DA2F9E03803A}" type="presParOf" srcId="{2ADF2B54-1DEF-4469-B8AF-D76055B50CE2}" destId="{6B684F6F-05B7-437B-B9A6-DDA33F4F455C}" srcOrd="3" destOrd="0" presId="urn:microsoft.com/office/officeart/2005/8/layout/hProcess9"/>
    <dgm:cxn modelId="{67327E19-E8F6-4AA9-AC25-D5951F6F7524}" type="presParOf" srcId="{2ADF2B54-1DEF-4469-B8AF-D76055B50CE2}" destId="{C7A57FEB-00C3-4411-96C0-BB560A177B57}" srcOrd="4" destOrd="0" presId="urn:microsoft.com/office/officeart/2005/8/layout/hProcess9"/>
    <dgm:cxn modelId="{3D0E98E9-B97A-4A58-8F74-7463199A404A}" type="presParOf" srcId="{2ADF2B54-1DEF-4469-B8AF-D76055B50CE2}" destId="{700AC285-44B3-423D-9DC8-4C80019DA1DC}" srcOrd="5" destOrd="0" presId="urn:microsoft.com/office/officeart/2005/8/layout/hProcess9"/>
    <dgm:cxn modelId="{052F5F4C-693A-4DD2-A3C1-20AB2ECE1EF0}" type="presParOf" srcId="{2ADF2B54-1DEF-4469-B8AF-D76055B50CE2}" destId="{2994D133-E86B-4BBC-AB04-611EF50DD82A}" srcOrd="6" destOrd="0" presId="urn:microsoft.com/office/officeart/2005/8/layout/hProcess9"/>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239940F-2BCB-458B-B7BC-3B5C6529F21F}" type="doc">
      <dgm:prSet loTypeId="urn:microsoft.com/office/officeart/2005/8/layout/process1" loCatId="process" qsTypeId="urn:microsoft.com/office/officeart/2005/8/quickstyle/simple1" qsCatId="simple" csTypeId="urn:microsoft.com/office/officeart/2005/8/colors/accent6_2" csCatId="accent6" phldr="1"/>
      <dgm:spPr/>
      <dgm:t>
        <a:bodyPr/>
        <a:lstStyle/>
        <a:p>
          <a:endParaRPr lang="en-US"/>
        </a:p>
      </dgm:t>
    </dgm:pt>
    <dgm:pt modelId="{AE9D4BE0-FC30-4555-B65C-14D0475DB4E0}">
      <dgm:prSet phldrT="[Text]" custT="1"/>
      <dgm:spPr/>
      <dgm:t>
        <a:bodyPr/>
        <a:lstStyle/>
        <a:p>
          <a:pPr>
            <a:buNone/>
          </a:pPr>
          <a:r>
            <a:rPr lang="en-US" sz="3700" b="1" dirty="0"/>
            <a:t>Symptom</a:t>
          </a:r>
        </a:p>
        <a:p>
          <a:pPr>
            <a:buNone/>
          </a:pPr>
          <a:r>
            <a:rPr lang="en-US" sz="1400" dirty="0"/>
            <a:t>Unexpected grade changes and after-hours logins were the visible problem.</a:t>
          </a:r>
        </a:p>
      </dgm:t>
    </dgm:pt>
    <dgm:pt modelId="{9B186E29-1179-4185-AAC6-3F3C49A3BD34}" type="parTrans" cxnId="{A6E1EB77-0F1F-4592-8A1F-54DFE2291119}">
      <dgm:prSet/>
      <dgm:spPr/>
      <dgm:t>
        <a:bodyPr/>
        <a:lstStyle/>
        <a:p>
          <a:endParaRPr lang="en-US"/>
        </a:p>
      </dgm:t>
    </dgm:pt>
    <dgm:pt modelId="{70B0548D-66DA-4EA0-AF2C-0D4D74F3A226}" type="sibTrans" cxnId="{A6E1EB77-0F1F-4592-8A1F-54DFE2291119}">
      <dgm:prSet/>
      <dgm:spPr/>
      <dgm:t>
        <a:bodyPr/>
        <a:lstStyle/>
        <a:p>
          <a:endParaRPr lang="en-US"/>
        </a:p>
      </dgm:t>
    </dgm:pt>
    <dgm:pt modelId="{6B6785F8-61CF-401A-AF3B-04C1BE2A31E3}">
      <dgm:prSet phldrT="[Text]" custT="1"/>
      <dgm:spPr/>
      <dgm:t>
        <a:bodyPr/>
        <a:lstStyle/>
        <a:p>
          <a:pPr>
            <a:buNone/>
          </a:pPr>
          <a:r>
            <a:rPr lang="en-US" sz="3300" b="1" dirty="0"/>
            <a:t>Immediate cause </a:t>
          </a:r>
        </a:p>
        <a:p>
          <a:pPr>
            <a:buNone/>
          </a:pPr>
          <a:r>
            <a:rPr lang="en-US" sz="1400" dirty="0"/>
            <a:t>A staff account was likely misused to access the student system.</a:t>
          </a:r>
        </a:p>
      </dgm:t>
    </dgm:pt>
    <dgm:pt modelId="{A2120B29-38EB-48BC-9FDB-624CA2F7BEF3}" type="parTrans" cxnId="{84512D29-C947-46B8-8BD7-B971D7847E42}">
      <dgm:prSet/>
      <dgm:spPr/>
      <dgm:t>
        <a:bodyPr/>
        <a:lstStyle/>
        <a:p>
          <a:endParaRPr lang="en-US"/>
        </a:p>
      </dgm:t>
    </dgm:pt>
    <dgm:pt modelId="{C859D1F5-9973-4789-A5F3-1DF99E6C65B5}" type="sibTrans" cxnId="{84512D29-C947-46B8-8BD7-B971D7847E42}">
      <dgm:prSet/>
      <dgm:spPr/>
      <dgm:t>
        <a:bodyPr/>
        <a:lstStyle/>
        <a:p>
          <a:endParaRPr lang="en-US"/>
        </a:p>
      </dgm:t>
    </dgm:pt>
    <dgm:pt modelId="{4CB9A242-F98C-489B-991F-65E0FA88E407}">
      <dgm:prSet phldrT="[Text]" custT="1"/>
      <dgm:spPr/>
      <dgm:t>
        <a:bodyPr/>
        <a:lstStyle/>
        <a:p>
          <a:pPr>
            <a:buNone/>
          </a:pPr>
          <a:r>
            <a:rPr lang="en-US" sz="3600" b="1" dirty="0"/>
            <a:t>Root cause </a:t>
          </a:r>
        </a:p>
        <a:p>
          <a:pPr>
            <a:buNone/>
          </a:pPr>
          <a:r>
            <a:rPr lang="en-US" sz="1400" dirty="0"/>
            <a:t>Weak password controls, poor monitoring, and limited phishing awareness allowed the attacker to misuse an admin account.</a:t>
          </a:r>
        </a:p>
      </dgm:t>
    </dgm:pt>
    <dgm:pt modelId="{A5B4F56C-00A1-4003-B5CA-8F032BF2AE22}" type="parTrans" cxnId="{62ADBE81-D1F2-4CE2-95FE-00BD6F456C40}">
      <dgm:prSet/>
      <dgm:spPr/>
      <dgm:t>
        <a:bodyPr/>
        <a:lstStyle/>
        <a:p>
          <a:endParaRPr lang="en-US"/>
        </a:p>
      </dgm:t>
    </dgm:pt>
    <dgm:pt modelId="{3278341C-AECB-4608-8D48-5D35AD79B93E}" type="sibTrans" cxnId="{62ADBE81-D1F2-4CE2-95FE-00BD6F456C40}">
      <dgm:prSet/>
      <dgm:spPr/>
      <dgm:t>
        <a:bodyPr/>
        <a:lstStyle/>
        <a:p>
          <a:endParaRPr lang="en-US"/>
        </a:p>
      </dgm:t>
    </dgm:pt>
    <dgm:pt modelId="{21A86BD8-B9D9-4A05-8E23-3EF2B58ACFCD}" type="pres">
      <dgm:prSet presAssocID="{2239940F-2BCB-458B-B7BC-3B5C6529F21F}" presName="Name0" presStyleCnt="0">
        <dgm:presLayoutVars>
          <dgm:dir/>
          <dgm:resizeHandles val="exact"/>
        </dgm:presLayoutVars>
      </dgm:prSet>
      <dgm:spPr/>
    </dgm:pt>
    <dgm:pt modelId="{8950AFB8-2934-40AA-8116-34981B8024DD}" type="pres">
      <dgm:prSet presAssocID="{AE9D4BE0-FC30-4555-B65C-14D0475DB4E0}" presName="node" presStyleLbl="node1" presStyleIdx="0" presStyleCnt="3">
        <dgm:presLayoutVars>
          <dgm:bulletEnabled val="1"/>
        </dgm:presLayoutVars>
      </dgm:prSet>
      <dgm:spPr/>
    </dgm:pt>
    <dgm:pt modelId="{9506F576-8471-4903-A6BD-864F80B6021C}" type="pres">
      <dgm:prSet presAssocID="{70B0548D-66DA-4EA0-AF2C-0D4D74F3A226}" presName="sibTrans" presStyleLbl="sibTrans2D1" presStyleIdx="0" presStyleCnt="2"/>
      <dgm:spPr/>
    </dgm:pt>
    <dgm:pt modelId="{F22A7169-8D71-4F2A-BE63-F49712B6B1CE}" type="pres">
      <dgm:prSet presAssocID="{70B0548D-66DA-4EA0-AF2C-0D4D74F3A226}" presName="connectorText" presStyleLbl="sibTrans2D1" presStyleIdx="0" presStyleCnt="2"/>
      <dgm:spPr/>
    </dgm:pt>
    <dgm:pt modelId="{790E0E22-5F56-421A-9837-DB15BFCC9089}" type="pres">
      <dgm:prSet presAssocID="{6B6785F8-61CF-401A-AF3B-04C1BE2A31E3}" presName="node" presStyleLbl="node1" presStyleIdx="1" presStyleCnt="3" custScaleX="99918">
        <dgm:presLayoutVars>
          <dgm:bulletEnabled val="1"/>
        </dgm:presLayoutVars>
      </dgm:prSet>
      <dgm:spPr/>
    </dgm:pt>
    <dgm:pt modelId="{0C993D56-EF86-4B7C-B37F-1C8A2EEDDFD7}" type="pres">
      <dgm:prSet presAssocID="{C859D1F5-9973-4789-A5F3-1DF99E6C65B5}" presName="sibTrans" presStyleLbl="sibTrans2D1" presStyleIdx="1" presStyleCnt="2"/>
      <dgm:spPr/>
    </dgm:pt>
    <dgm:pt modelId="{E62AA448-B41D-42D2-B154-0322F18BFC2A}" type="pres">
      <dgm:prSet presAssocID="{C859D1F5-9973-4789-A5F3-1DF99E6C65B5}" presName="connectorText" presStyleLbl="sibTrans2D1" presStyleIdx="1" presStyleCnt="2"/>
      <dgm:spPr/>
    </dgm:pt>
    <dgm:pt modelId="{5B4F8DD8-7573-4A5E-9873-665ACF896407}" type="pres">
      <dgm:prSet presAssocID="{4CB9A242-F98C-489B-991F-65E0FA88E407}" presName="node" presStyleLbl="node1" presStyleIdx="2" presStyleCnt="3">
        <dgm:presLayoutVars>
          <dgm:bulletEnabled val="1"/>
        </dgm:presLayoutVars>
      </dgm:prSet>
      <dgm:spPr/>
    </dgm:pt>
  </dgm:ptLst>
  <dgm:cxnLst>
    <dgm:cxn modelId="{03B63103-F5DC-4DE2-8E0F-51D36E0C85A0}" type="presOf" srcId="{AE9D4BE0-FC30-4555-B65C-14D0475DB4E0}" destId="{8950AFB8-2934-40AA-8116-34981B8024DD}" srcOrd="0" destOrd="0" presId="urn:microsoft.com/office/officeart/2005/8/layout/process1"/>
    <dgm:cxn modelId="{84512D29-C947-46B8-8BD7-B971D7847E42}" srcId="{2239940F-2BCB-458B-B7BC-3B5C6529F21F}" destId="{6B6785F8-61CF-401A-AF3B-04C1BE2A31E3}" srcOrd="1" destOrd="0" parTransId="{A2120B29-38EB-48BC-9FDB-624CA2F7BEF3}" sibTransId="{C859D1F5-9973-4789-A5F3-1DF99E6C65B5}"/>
    <dgm:cxn modelId="{9F897929-BE66-4F2D-9997-B32F7B3BEF07}" type="presOf" srcId="{6B6785F8-61CF-401A-AF3B-04C1BE2A31E3}" destId="{790E0E22-5F56-421A-9837-DB15BFCC9089}" srcOrd="0" destOrd="0" presId="urn:microsoft.com/office/officeart/2005/8/layout/process1"/>
    <dgm:cxn modelId="{2B77075E-5B23-465C-81BB-7487CB72789B}" type="presOf" srcId="{C859D1F5-9973-4789-A5F3-1DF99E6C65B5}" destId="{0C993D56-EF86-4B7C-B37F-1C8A2EEDDFD7}" srcOrd="0" destOrd="0" presId="urn:microsoft.com/office/officeart/2005/8/layout/process1"/>
    <dgm:cxn modelId="{56F61864-D14B-4D86-BB66-B3C4E7E28CC5}" type="presOf" srcId="{70B0548D-66DA-4EA0-AF2C-0D4D74F3A226}" destId="{F22A7169-8D71-4F2A-BE63-F49712B6B1CE}" srcOrd="1" destOrd="0" presId="urn:microsoft.com/office/officeart/2005/8/layout/process1"/>
    <dgm:cxn modelId="{5E3D5450-F4E7-4462-BBF4-DBAD2BBC2758}" type="presOf" srcId="{C859D1F5-9973-4789-A5F3-1DF99E6C65B5}" destId="{E62AA448-B41D-42D2-B154-0322F18BFC2A}" srcOrd="1" destOrd="0" presId="urn:microsoft.com/office/officeart/2005/8/layout/process1"/>
    <dgm:cxn modelId="{A6E1EB77-0F1F-4592-8A1F-54DFE2291119}" srcId="{2239940F-2BCB-458B-B7BC-3B5C6529F21F}" destId="{AE9D4BE0-FC30-4555-B65C-14D0475DB4E0}" srcOrd="0" destOrd="0" parTransId="{9B186E29-1179-4185-AAC6-3F3C49A3BD34}" sibTransId="{70B0548D-66DA-4EA0-AF2C-0D4D74F3A226}"/>
    <dgm:cxn modelId="{62ADBE81-D1F2-4CE2-95FE-00BD6F456C40}" srcId="{2239940F-2BCB-458B-B7BC-3B5C6529F21F}" destId="{4CB9A242-F98C-489B-991F-65E0FA88E407}" srcOrd="2" destOrd="0" parTransId="{A5B4F56C-00A1-4003-B5CA-8F032BF2AE22}" sibTransId="{3278341C-AECB-4608-8D48-5D35AD79B93E}"/>
    <dgm:cxn modelId="{BD672E8A-16E5-495D-A1A3-BAEF15AA322F}" type="presOf" srcId="{2239940F-2BCB-458B-B7BC-3B5C6529F21F}" destId="{21A86BD8-B9D9-4A05-8E23-3EF2B58ACFCD}" srcOrd="0" destOrd="0" presId="urn:microsoft.com/office/officeart/2005/8/layout/process1"/>
    <dgm:cxn modelId="{55A52B8E-D51C-464C-80EB-EDA1661C4B19}" type="presOf" srcId="{70B0548D-66DA-4EA0-AF2C-0D4D74F3A226}" destId="{9506F576-8471-4903-A6BD-864F80B6021C}" srcOrd="0" destOrd="0" presId="urn:microsoft.com/office/officeart/2005/8/layout/process1"/>
    <dgm:cxn modelId="{0C509DE0-DFDB-4924-8216-3CF2C16C320B}" type="presOf" srcId="{4CB9A242-F98C-489B-991F-65E0FA88E407}" destId="{5B4F8DD8-7573-4A5E-9873-665ACF896407}" srcOrd="0" destOrd="0" presId="urn:microsoft.com/office/officeart/2005/8/layout/process1"/>
    <dgm:cxn modelId="{0728A9D3-BBFF-487B-B53F-309B1B81B843}" type="presParOf" srcId="{21A86BD8-B9D9-4A05-8E23-3EF2B58ACFCD}" destId="{8950AFB8-2934-40AA-8116-34981B8024DD}" srcOrd="0" destOrd="0" presId="urn:microsoft.com/office/officeart/2005/8/layout/process1"/>
    <dgm:cxn modelId="{3006A2EB-48A6-4E20-950F-8BB6392F330C}" type="presParOf" srcId="{21A86BD8-B9D9-4A05-8E23-3EF2B58ACFCD}" destId="{9506F576-8471-4903-A6BD-864F80B6021C}" srcOrd="1" destOrd="0" presId="urn:microsoft.com/office/officeart/2005/8/layout/process1"/>
    <dgm:cxn modelId="{61D51F4B-5DDB-4A98-A686-C06D601F14A1}" type="presParOf" srcId="{9506F576-8471-4903-A6BD-864F80B6021C}" destId="{F22A7169-8D71-4F2A-BE63-F49712B6B1CE}" srcOrd="0" destOrd="0" presId="urn:microsoft.com/office/officeart/2005/8/layout/process1"/>
    <dgm:cxn modelId="{0FF8BC79-9F8D-487F-A1FF-422458AE1FB2}" type="presParOf" srcId="{21A86BD8-B9D9-4A05-8E23-3EF2B58ACFCD}" destId="{790E0E22-5F56-421A-9837-DB15BFCC9089}" srcOrd="2" destOrd="0" presId="urn:microsoft.com/office/officeart/2005/8/layout/process1"/>
    <dgm:cxn modelId="{03B3B652-59AB-4C5A-89CD-DB4DA1F0B7E6}" type="presParOf" srcId="{21A86BD8-B9D9-4A05-8E23-3EF2B58ACFCD}" destId="{0C993D56-EF86-4B7C-B37F-1C8A2EEDDFD7}" srcOrd="3" destOrd="0" presId="urn:microsoft.com/office/officeart/2005/8/layout/process1"/>
    <dgm:cxn modelId="{129CB5FA-8B41-4B03-BD85-C7302573D20A}" type="presParOf" srcId="{0C993D56-EF86-4B7C-B37F-1C8A2EEDDFD7}" destId="{E62AA448-B41D-42D2-B154-0322F18BFC2A}" srcOrd="0" destOrd="0" presId="urn:microsoft.com/office/officeart/2005/8/layout/process1"/>
    <dgm:cxn modelId="{37C45C5A-5905-4C68-88D4-29DEF219E38A}" type="presParOf" srcId="{21A86BD8-B9D9-4A05-8E23-3EF2B58ACFCD}" destId="{5B4F8DD8-7573-4A5E-9873-665ACF896407}"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9C879E-669D-47BA-B40F-7285119FE800}">
      <dsp:nvSpPr>
        <dsp:cNvPr id="0" name=""/>
        <dsp:cNvSpPr/>
      </dsp:nvSpPr>
      <dsp:spPr>
        <a:xfrm>
          <a:off x="0" y="983903"/>
          <a:ext cx="6402410" cy="590337"/>
        </a:xfrm>
        <a:prstGeom prst="notchedRightArrow">
          <a:avLst/>
        </a:prstGeom>
        <a:solidFill>
          <a:schemeClr val="accent6">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D0637FBD-58B5-4807-AADF-5C18EAC7CAB4}">
      <dsp:nvSpPr>
        <dsp:cNvPr id="0" name=""/>
        <dsp:cNvSpPr/>
      </dsp:nvSpPr>
      <dsp:spPr>
        <a:xfrm>
          <a:off x="19596" y="249124"/>
          <a:ext cx="1728552" cy="772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a:lnSpc>
              <a:spcPct val="90000"/>
            </a:lnSpc>
            <a:spcBef>
              <a:spcPct val="0"/>
            </a:spcBef>
            <a:spcAft>
              <a:spcPct val="35000"/>
            </a:spcAft>
            <a:buNone/>
          </a:pPr>
          <a:r>
            <a:rPr lang="en-US" sz="1300" b="1" kern="1200" dirty="0"/>
            <a:t>10:45 PM</a:t>
          </a:r>
        </a:p>
        <a:p>
          <a:pPr marL="0" lvl="0" indent="0" algn="ctr" defTabSz="577850">
            <a:lnSpc>
              <a:spcPct val="90000"/>
            </a:lnSpc>
            <a:spcBef>
              <a:spcPct val="0"/>
            </a:spcBef>
            <a:spcAft>
              <a:spcPct val="35000"/>
            </a:spcAft>
            <a:buNone/>
          </a:pPr>
          <a:r>
            <a:rPr lang="en-US" sz="1300" kern="1200" dirty="0"/>
            <a:t>Unusual login to teacher accounts</a:t>
          </a:r>
        </a:p>
      </dsp:txBody>
      <dsp:txXfrm>
        <a:off x="19596" y="249124"/>
        <a:ext cx="1728552" cy="772426"/>
      </dsp:txXfrm>
    </dsp:sp>
    <dsp:sp modelId="{5FF2DD6D-DF19-4C6A-B288-F421B6477689}">
      <dsp:nvSpPr>
        <dsp:cNvPr id="0" name=""/>
        <dsp:cNvSpPr/>
      </dsp:nvSpPr>
      <dsp:spPr>
        <a:xfrm>
          <a:off x="680372" y="1142884"/>
          <a:ext cx="255814" cy="255814"/>
        </a:xfrm>
        <a:prstGeom prst="ellipse">
          <a:avLst/>
        </a:prstGeom>
        <a:solidFill>
          <a:schemeClr val="accent6">
            <a:shade val="8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4DCBC784-2ACD-4928-812E-D15DC9DE6C4F}">
      <dsp:nvSpPr>
        <dsp:cNvPr id="0" name=""/>
        <dsp:cNvSpPr/>
      </dsp:nvSpPr>
      <dsp:spPr>
        <a:xfrm>
          <a:off x="1771212" y="1571232"/>
          <a:ext cx="1397768" cy="798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ctr" defTabSz="577850">
            <a:lnSpc>
              <a:spcPct val="90000"/>
            </a:lnSpc>
            <a:spcBef>
              <a:spcPct val="0"/>
            </a:spcBef>
            <a:spcAft>
              <a:spcPct val="35000"/>
            </a:spcAft>
            <a:buNone/>
          </a:pPr>
          <a:r>
            <a:rPr lang="en-US" sz="1300" b="1" kern="1200" dirty="0"/>
            <a:t>10:52 PM</a:t>
          </a:r>
        </a:p>
        <a:p>
          <a:pPr marL="0" lvl="0" indent="0" algn="ctr" defTabSz="577850">
            <a:lnSpc>
              <a:spcPct val="90000"/>
            </a:lnSpc>
            <a:spcBef>
              <a:spcPct val="0"/>
            </a:spcBef>
            <a:spcAft>
              <a:spcPct val="35000"/>
            </a:spcAft>
            <a:buNone/>
          </a:pPr>
          <a:r>
            <a:rPr lang="en-US" sz="1300" kern="1200" dirty="0"/>
            <a:t>Bulk download of records detected</a:t>
          </a:r>
        </a:p>
      </dsp:txBody>
      <dsp:txXfrm>
        <a:off x="1771212" y="1571232"/>
        <a:ext cx="1397768" cy="798509"/>
      </dsp:txXfrm>
    </dsp:sp>
    <dsp:sp modelId="{8C9FAC44-88D2-4357-A5F3-7F31E048CF5D}">
      <dsp:nvSpPr>
        <dsp:cNvPr id="0" name=""/>
        <dsp:cNvSpPr/>
      </dsp:nvSpPr>
      <dsp:spPr>
        <a:xfrm>
          <a:off x="2280997" y="1152922"/>
          <a:ext cx="255814" cy="255814"/>
        </a:xfrm>
        <a:prstGeom prst="ellipse">
          <a:avLst/>
        </a:prstGeom>
        <a:solidFill>
          <a:schemeClr val="accent6">
            <a:shade val="80000"/>
            <a:hueOff val="125411"/>
            <a:satOff val="-12802"/>
            <a:lumOff val="21194"/>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8F3575B4-9D3B-419C-BF42-013C0C9215B5}">
      <dsp:nvSpPr>
        <dsp:cNvPr id="0" name=""/>
        <dsp:cNvSpPr/>
      </dsp:nvSpPr>
      <dsp:spPr>
        <a:xfrm>
          <a:off x="3196089" y="0"/>
          <a:ext cx="2564047" cy="1023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a:lnSpc>
              <a:spcPct val="90000"/>
            </a:lnSpc>
            <a:spcBef>
              <a:spcPct val="0"/>
            </a:spcBef>
            <a:spcAft>
              <a:spcPct val="35000"/>
            </a:spcAft>
            <a:buNone/>
          </a:pPr>
          <a:r>
            <a:rPr lang="en-US" sz="1300" b="1" kern="1200" dirty="0"/>
            <a:t>8:00 AM</a:t>
          </a:r>
        </a:p>
        <a:p>
          <a:pPr marL="0" lvl="0" indent="0" algn="ctr" defTabSz="577850">
            <a:lnSpc>
              <a:spcPct val="90000"/>
            </a:lnSpc>
            <a:spcBef>
              <a:spcPct val="0"/>
            </a:spcBef>
            <a:spcAft>
              <a:spcPct val="35000"/>
            </a:spcAft>
            <a:buNone/>
          </a:pPr>
          <a:r>
            <a:rPr lang="en-US" sz="1300" kern="1200" dirty="0"/>
            <a:t>Teachers report unexpected gradebook changes</a:t>
          </a:r>
        </a:p>
      </dsp:txBody>
      <dsp:txXfrm>
        <a:off x="3196089" y="0"/>
        <a:ext cx="2564047" cy="1023257"/>
      </dsp:txXfrm>
    </dsp:sp>
    <dsp:sp modelId="{92D57F77-A056-4C44-8451-6C368BCF0929}">
      <dsp:nvSpPr>
        <dsp:cNvPr id="0" name=""/>
        <dsp:cNvSpPr/>
      </dsp:nvSpPr>
      <dsp:spPr>
        <a:xfrm>
          <a:off x="4426405" y="1151164"/>
          <a:ext cx="255814" cy="255814"/>
        </a:xfrm>
        <a:prstGeom prst="ellipse">
          <a:avLst/>
        </a:prstGeom>
        <a:solidFill>
          <a:schemeClr val="accent6">
            <a:shade val="80000"/>
            <a:hueOff val="250822"/>
            <a:satOff val="-25604"/>
            <a:lumOff val="42388"/>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93483-367B-4454-AB06-0881D2EBB9FC}">
      <dsp:nvSpPr>
        <dsp:cNvPr id="0" name=""/>
        <dsp:cNvSpPr/>
      </dsp:nvSpPr>
      <dsp:spPr>
        <a:xfrm>
          <a:off x="707996" y="0"/>
          <a:ext cx="8023961" cy="1554480"/>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95F474-19F0-4468-A422-9DC1AFA3C297}">
      <dsp:nvSpPr>
        <dsp:cNvPr id="0" name=""/>
        <dsp:cNvSpPr/>
      </dsp:nvSpPr>
      <dsp:spPr>
        <a:xfrm>
          <a:off x="3226" y="466344"/>
          <a:ext cx="2096333"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 </a:t>
          </a:r>
          <a:r>
            <a:rPr lang="en-US" sz="1600" b="0" kern="1200" dirty="0"/>
            <a:t>Recognize</a:t>
          </a:r>
        </a:p>
        <a:p>
          <a:pPr marL="0" lvl="0" indent="0" algn="ctr" defTabSz="711200">
            <a:lnSpc>
              <a:spcPct val="90000"/>
            </a:lnSpc>
            <a:spcBef>
              <a:spcPct val="0"/>
            </a:spcBef>
            <a:spcAft>
              <a:spcPct val="35000"/>
            </a:spcAft>
            <a:buNone/>
          </a:pPr>
          <a:r>
            <a:rPr lang="en-US" sz="1000" kern="1200" dirty="0"/>
            <a:t>Notice abnormal activity</a:t>
          </a:r>
        </a:p>
      </dsp:txBody>
      <dsp:txXfrm>
        <a:off x="33579" y="496697"/>
        <a:ext cx="2035627" cy="561086"/>
      </dsp:txXfrm>
    </dsp:sp>
    <dsp:sp modelId="{E14466E8-6213-428D-A90D-319B962BB2E8}">
      <dsp:nvSpPr>
        <dsp:cNvPr id="0" name=""/>
        <dsp:cNvSpPr/>
      </dsp:nvSpPr>
      <dsp:spPr>
        <a:xfrm>
          <a:off x="2448949" y="466344"/>
          <a:ext cx="2096333"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2. Report</a:t>
          </a:r>
        </a:p>
        <a:p>
          <a:pPr marL="0" lvl="0" indent="0" algn="ctr" defTabSz="711200">
            <a:lnSpc>
              <a:spcPct val="90000"/>
            </a:lnSpc>
            <a:spcBef>
              <a:spcPct val="0"/>
            </a:spcBef>
            <a:spcAft>
              <a:spcPct val="35000"/>
            </a:spcAft>
            <a:buNone/>
          </a:pPr>
          <a:r>
            <a:rPr lang="en-US" sz="1000" kern="1200" dirty="0"/>
            <a:t>Notify responders</a:t>
          </a:r>
        </a:p>
      </dsp:txBody>
      <dsp:txXfrm>
        <a:off x="2479302" y="496697"/>
        <a:ext cx="2035627" cy="561086"/>
      </dsp:txXfrm>
    </dsp:sp>
    <dsp:sp modelId="{C7A57FEB-00C3-4411-96C0-BB560A177B57}">
      <dsp:nvSpPr>
        <dsp:cNvPr id="0" name=""/>
        <dsp:cNvSpPr/>
      </dsp:nvSpPr>
      <dsp:spPr>
        <a:xfrm>
          <a:off x="4894671" y="466344"/>
          <a:ext cx="2096333"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3. Scope</a:t>
          </a:r>
        </a:p>
        <a:p>
          <a:pPr marL="0" lvl="0" indent="0" algn="ctr" defTabSz="711200">
            <a:lnSpc>
              <a:spcPct val="90000"/>
            </a:lnSpc>
            <a:spcBef>
              <a:spcPct val="0"/>
            </a:spcBef>
            <a:spcAft>
              <a:spcPct val="35000"/>
            </a:spcAft>
            <a:buNone/>
          </a:pPr>
          <a:r>
            <a:rPr lang="en-US" sz="1000" kern="1200" dirty="0"/>
            <a:t>Define affected systems</a:t>
          </a:r>
        </a:p>
      </dsp:txBody>
      <dsp:txXfrm>
        <a:off x="4925024" y="496697"/>
        <a:ext cx="2035627" cy="561086"/>
      </dsp:txXfrm>
    </dsp:sp>
    <dsp:sp modelId="{2994D133-E86B-4BBC-AB04-611EF50DD82A}">
      <dsp:nvSpPr>
        <dsp:cNvPr id="0" name=""/>
        <dsp:cNvSpPr/>
      </dsp:nvSpPr>
      <dsp:spPr>
        <a:xfrm>
          <a:off x="7340394" y="466344"/>
          <a:ext cx="2096333"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4. Secure</a:t>
          </a:r>
        </a:p>
        <a:p>
          <a:pPr marL="0" lvl="0" indent="0" algn="ctr" defTabSz="711200">
            <a:lnSpc>
              <a:spcPct val="90000"/>
            </a:lnSpc>
            <a:spcBef>
              <a:spcPct val="0"/>
            </a:spcBef>
            <a:spcAft>
              <a:spcPct val="35000"/>
            </a:spcAft>
            <a:buNone/>
          </a:pPr>
          <a:r>
            <a:rPr lang="en-US" sz="1000" kern="1200" dirty="0"/>
            <a:t>Stabilize systems</a:t>
          </a:r>
        </a:p>
      </dsp:txBody>
      <dsp:txXfrm>
        <a:off x="7370747" y="496697"/>
        <a:ext cx="2035627" cy="5610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93483-367B-4454-AB06-0881D2EBB9FC}">
      <dsp:nvSpPr>
        <dsp:cNvPr id="0" name=""/>
        <dsp:cNvSpPr/>
      </dsp:nvSpPr>
      <dsp:spPr>
        <a:xfrm>
          <a:off x="708039" y="0"/>
          <a:ext cx="8024448" cy="1554480"/>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95F474-19F0-4468-A422-9DC1AFA3C297}">
      <dsp:nvSpPr>
        <dsp:cNvPr id="0" name=""/>
        <dsp:cNvSpPr/>
      </dsp:nvSpPr>
      <dsp:spPr>
        <a:xfrm>
          <a:off x="3226" y="466344"/>
          <a:ext cx="2096461"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5. Identify Evidence</a:t>
          </a:r>
        </a:p>
        <a:p>
          <a:pPr marL="0" lvl="0" indent="0" algn="ctr" defTabSz="711200">
            <a:lnSpc>
              <a:spcPct val="90000"/>
            </a:lnSpc>
            <a:spcBef>
              <a:spcPct val="0"/>
            </a:spcBef>
            <a:spcAft>
              <a:spcPct val="35000"/>
            </a:spcAft>
            <a:buNone/>
          </a:pPr>
          <a:r>
            <a:rPr lang="en-US" sz="1000" kern="1200" dirty="0"/>
            <a:t>Locate relevant data</a:t>
          </a:r>
        </a:p>
      </dsp:txBody>
      <dsp:txXfrm>
        <a:off x="33579" y="496697"/>
        <a:ext cx="2035755" cy="561086"/>
      </dsp:txXfrm>
    </dsp:sp>
    <dsp:sp modelId="{E14466E8-6213-428D-A90D-319B962BB2E8}">
      <dsp:nvSpPr>
        <dsp:cNvPr id="0" name=""/>
        <dsp:cNvSpPr/>
      </dsp:nvSpPr>
      <dsp:spPr>
        <a:xfrm>
          <a:off x="2449097" y="466344"/>
          <a:ext cx="2096461"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6. Preserve</a:t>
          </a:r>
        </a:p>
        <a:p>
          <a:pPr marL="0" lvl="0" indent="0" algn="ctr" defTabSz="711200">
            <a:lnSpc>
              <a:spcPct val="90000"/>
            </a:lnSpc>
            <a:spcBef>
              <a:spcPct val="0"/>
            </a:spcBef>
            <a:spcAft>
              <a:spcPct val="35000"/>
            </a:spcAft>
            <a:buNone/>
          </a:pPr>
          <a:r>
            <a:rPr lang="en-US" sz="1000" kern="1200" dirty="0"/>
            <a:t>Protect original data</a:t>
          </a:r>
        </a:p>
      </dsp:txBody>
      <dsp:txXfrm>
        <a:off x="2479450" y="496697"/>
        <a:ext cx="2035755" cy="561086"/>
      </dsp:txXfrm>
    </dsp:sp>
    <dsp:sp modelId="{C7A57FEB-00C3-4411-96C0-BB560A177B57}">
      <dsp:nvSpPr>
        <dsp:cNvPr id="0" name=""/>
        <dsp:cNvSpPr/>
      </dsp:nvSpPr>
      <dsp:spPr>
        <a:xfrm>
          <a:off x="4894969" y="466344"/>
          <a:ext cx="2096461"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7. Collect</a:t>
          </a:r>
        </a:p>
        <a:p>
          <a:pPr marL="0" lvl="0" indent="0" algn="ctr" defTabSz="711200">
            <a:lnSpc>
              <a:spcPct val="90000"/>
            </a:lnSpc>
            <a:spcBef>
              <a:spcPct val="0"/>
            </a:spcBef>
            <a:spcAft>
              <a:spcPct val="35000"/>
            </a:spcAft>
            <a:buNone/>
          </a:pPr>
          <a:r>
            <a:rPr lang="en-US" sz="1000" kern="1200" dirty="0"/>
            <a:t>Acquire copies and logs</a:t>
          </a:r>
        </a:p>
      </dsp:txBody>
      <dsp:txXfrm>
        <a:off x="4925322" y="496697"/>
        <a:ext cx="2035755" cy="561086"/>
      </dsp:txXfrm>
    </dsp:sp>
    <dsp:sp modelId="{2994D133-E86B-4BBC-AB04-611EF50DD82A}">
      <dsp:nvSpPr>
        <dsp:cNvPr id="0" name=""/>
        <dsp:cNvSpPr/>
      </dsp:nvSpPr>
      <dsp:spPr>
        <a:xfrm>
          <a:off x="7340840" y="466344"/>
          <a:ext cx="2096461"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8. Document</a:t>
          </a:r>
        </a:p>
        <a:p>
          <a:pPr marL="0" lvl="0" indent="0" algn="ctr" defTabSz="711200">
            <a:lnSpc>
              <a:spcPct val="90000"/>
            </a:lnSpc>
            <a:spcBef>
              <a:spcPct val="0"/>
            </a:spcBef>
            <a:spcAft>
              <a:spcPct val="35000"/>
            </a:spcAft>
            <a:buNone/>
          </a:pPr>
          <a:r>
            <a:rPr lang="en-US" sz="1000" kern="1200" dirty="0"/>
            <a:t>Record every action</a:t>
          </a:r>
        </a:p>
      </dsp:txBody>
      <dsp:txXfrm>
        <a:off x="7371193" y="496697"/>
        <a:ext cx="2035755" cy="5610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93483-367B-4454-AB06-0881D2EBB9FC}">
      <dsp:nvSpPr>
        <dsp:cNvPr id="0" name=""/>
        <dsp:cNvSpPr/>
      </dsp:nvSpPr>
      <dsp:spPr>
        <a:xfrm>
          <a:off x="707996" y="0"/>
          <a:ext cx="8023960" cy="1554480"/>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95F474-19F0-4468-A422-9DC1AFA3C297}">
      <dsp:nvSpPr>
        <dsp:cNvPr id="0" name=""/>
        <dsp:cNvSpPr/>
      </dsp:nvSpPr>
      <dsp:spPr>
        <a:xfrm>
          <a:off x="3226" y="466344"/>
          <a:ext cx="2096333"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9. Examine</a:t>
          </a:r>
        </a:p>
        <a:p>
          <a:pPr marL="0" lvl="0" indent="0" algn="ctr" defTabSz="711200">
            <a:lnSpc>
              <a:spcPct val="90000"/>
            </a:lnSpc>
            <a:spcBef>
              <a:spcPct val="0"/>
            </a:spcBef>
            <a:spcAft>
              <a:spcPct val="35000"/>
            </a:spcAft>
            <a:buNone/>
          </a:pPr>
          <a:r>
            <a:rPr lang="en-US" sz="1000" kern="1200" dirty="0"/>
            <a:t>Process artifacts </a:t>
          </a:r>
        </a:p>
      </dsp:txBody>
      <dsp:txXfrm>
        <a:off x="33579" y="496697"/>
        <a:ext cx="2035627" cy="561086"/>
      </dsp:txXfrm>
    </dsp:sp>
    <dsp:sp modelId="{E14466E8-6213-428D-A90D-319B962BB2E8}">
      <dsp:nvSpPr>
        <dsp:cNvPr id="0" name=""/>
        <dsp:cNvSpPr/>
      </dsp:nvSpPr>
      <dsp:spPr>
        <a:xfrm>
          <a:off x="2448949" y="466344"/>
          <a:ext cx="2096333"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10. Analyze</a:t>
          </a:r>
        </a:p>
        <a:p>
          <a:pPr marL="0" lvl="0" indent="0" algn="ctr" defTabSz="711200">
            <a:lnSpc>
              <a:spcPct val="90000"/>
            </a:lnSpc>
            <a:spcBef>
              <a:spcPct val="0"/>
            </a:spcBef>
            <a:spcAft>
              <a:spcPct val="35000"/>
            </a:spcAft>
            <a:buNone/>
          </a:pPr>
          <a:r>
            <a:rPr lang="en-US" sz="1000" kern="1200" dirty="0"/>
            <a:t>Interpret findings</a:t>
          </a:r>
        </a:p>
      </dsp:txBody>
      <dsp:txXfrm>
        <a:off x="2479302" y="496697"/>
        <a:ext cx="2035627" cy="561086"/>
      </dsp:txXfrm>
    </dsp:sp>
    <dsp:sp modelId="{C7A57FEB-00C3-4411-96C0-BB560A177B57}">
      <dsp:nvSpPr>
        <dsp:cNvPr id="0" name=""/>
        <dsp:cNvSpPr/>
      </dsp:nvSpPr>
      <dsp:spPr>
        <a:xfrm>
          <a:off x="4894671" y="466344"/>
          <a:ext cx="2096333"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11. Report Findings</a:t>
          </a:r>
        </a:p>
        <a:p>
          <a:pPr marL="0" lvl="0" indent="0" algn="ctr" defTabSz="711200">
            <a:lnSpc>
              <a:spcPct val="90000"/>
            </a:lnSpc>
            <a:spcBef>
              <a:spcPct val="0"/>
            </a:spcBef>
            <a:spcAft>
              <a:spcPct val="35000"/>
            </a:spcAft>
            <a:buNone/>
          </a:pPr>
          <a:r>
            <a:rPr lang="en-US" sz="1000" kern="1200" dirty="0"/>
            <a:t>Explain results</a:t>
          </a:r>
        </a:p>
      </dsp:txBody>
      <dsp:txXfrm>
        <a:off x="4925024" y="496697"/>
        <a:ext cx="2035627" cy="561086"/>
      </dsp:txXfrm>
    </dsp:sp>
    <dsp:sp modelId="{2994D133-E86B-4BBC-AB04-611EF50DD82A}">
      <dsp:nvSpPr>
        <dsp:cNvPr id="0" name=""/>
        <dsp:cNvSpPr/>
      </dsp:nvSpPr>
      <dsp:spPr>
        <a:xfrm>
          <a:off x="7340393" y="466344"/>
          <a:ext cx="2096333" cy="621792"/>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12. Legal Prep</a:t>
          </a:r>
        </a:p>
        <a:p>
          <a:pPr marL="0" lvl="0" indent="0" algn="ctr" defTabSz="711200">
            <a:lnSpc>
              <a:spcPct val="90000"/>
            </a:lnSpc>
            <a:spcBef>
              <a:spcPct val="0"/>
            </a:spcBef>
            <a:spcAft>
              <a:spcPct val="35000"/>
            </a:spcAft>
            <a:buNone/>
          </a:pPr>
          <a:r>
            <a:rPr lang="en-US" sz="1000" kern="1200" dirty="0"/>
            <a:t>Prepare for decisions</a:t>
          </a:r>
        </a:p>
      </dsp:txBody>
      <dsp:txXfrm>
        <a:off x="7370746" y="496697"/>
        <a:ext cx="2035627" cy="5610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0AFB8-2934-40AA-8116-34981B8024DD}">
      <dsp:nvSpPr>
        <dsp:cNvPr id="0" name=""/>
        <dsp:cNvSpPr/>
      </dsp:nvSpPr>
      <dsp:spPr>
        <a:xfrm>
          <a:off x="5720" y="0"/>
          <a:ext cx="2748352" cy="332981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b="1" kern="1200" dirty="0"/>
            <a:t>Symptom</a:t>
          </a:r>
        </a:p>
        <a:p>
          <a:pPr marL="0" lvl="0" indent="0" algn="ctr" defTabSz="1644650">
            <a:lnSpc>
              <a:spcPct val="90000"/>
            </a:lnSpc>
            <a:spcBef>
              <a:spcPct val="0"/>
            </a:spcBef>
            <a:spcAft>
              <a:spcPct val="35000"/>
            </a:spcAft>
            <a:buNone/>
          </a:pPr>
          <a:r>
            <a:rPr lang="en-US" sz="1400" kern="1200" dirty="0"/>
            <a:t>Unexpected grade changes and after-hours logins were the visible problem.</a:t>
          </a:r>
        </a:p>
      </dsp:txBody>
      <dsp:txXfrm>
        <a:off x="86216" y="80496"/>
        <a:ext cx="2587360" cy="3168826"/>
      </dsp:txXfrm>
    </dsp:sp>
    <dsp:sp modelId="{9506F576-8471-4903-A6BD-864F80B6021C}">
      <dsp:nvSpPr>
        <dsp:cNvPr id="0" name=""/>
        <dsp:cNvSpPr/>
      </dsp:nvSpPr>
      <dsp:spPr>
        <a:xfrm>
          <a:off x="3028908" y="1324113"/>
          <a:ext cx="582650" cy="681591"/>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3028908" y="1460431"/>
        <a:ext cx="407855" cy="408955"/>
      </dsp:txXfrm>
    </dsp:sp>
    <dsp:sp modelId="{790E0E22-5F56-421A-9837-DB15BFCC9089}">
      <dsp:nvSpPr>
        <dsp:cNvPr id="0" name=""/>
        <dsp:cNvSpPr/>
      </dsp:nvSpPr>
      <dsp:spPr>
        <a:xfrm>
          <a:off x="3853414" y="0"/>
          <a:ext cx="2746098" cy="332981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b="1" kern="1200" dirty="0"/>
            <a:t>Immediate cause </a:t>
          </a:r>
        </a:p>
        <a:p>
          <a:pPr marL="0" lvl="0" indent="0" algn="ctr" defTabSz="1466850">
            <a:lnSpc>
              <a:spcPct val="90000"/>
            </a:lnSpc>
            <a:spcBef>
              <a:spcPct val="0"/>
            </a:spcBef>
            <a:spcAft>
              <a:spcPct val="35000"/>
            </a:spcAft>
            <a:buNone/>
          </a:pPr>
          <a:r>
            <a:rPr lang="en-US" sz="1400" kern="1200" dirty="0"/>
            <a:t>A staff account was likely misused to access the student system.</a:t>
          </a:r>
        </a:p>
      </dsp:txBody>
      <dsp:txXfrm>
        <a:off x="3933844" y="80430"/>
        <a:ext cx="2585238" cy="3168958"/>
      </dsp:txXfrm>
    </dsp:sp>
    <dsp:sp modelId="{0C993D56-EF86-4B7C-B37F-1C8A2EEDDFD7}">
      <dsp:nvSpPr>
        <dsp:cNvPr id="0" name=""/>
        <dsp:cNvSpPr/>
      </dsp:nvSpPr>
      <dsp:spPr>
        <a:xfrm>
          <a:off x="6874348" y="1324113"/>
          <a:ext cx="582650" cy="681591"/>
        </a:xfrm>
        <a:prstGeom prst="rightArrow">
          <a:avLst>
            <a:gd name="adj1" fmla="val 60000"/>
            <a:gd name="adj2" fmla="val 50000"/>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6874348" y="1460431"/>
        <a:ext cx="407855" cy="408955"/>
      </dsp:txXfrm>
    </dsp:sp>
    <dsp:sp modelId="{5B4F8DD8-7573-4A5E-9873-665ACF896407}">
      <dsp:nvSpPr>
        <dsp:cNvPr id="0" name=""/>
        <dsp:cNvSpPr/>
      </dsp:nvSpPr>
      <dsp:spPr>
        <a:xfrm>
          <a:off x="7698853" y="0"/>
          <a:ext cx="2748352" cy="332981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Root cause </a:t>
          </a:r>
        </a:p>
        <a:p>
          <a:pPr marL="0" lvl="0" indent="0" algn="ctr" defTabSz="1600200">
            <a:lnSpc>
              <a:spcPct val="90000"/>
            </a:lnSpc>
            <a:spcBef>
              <a:spcPct val="0"/>
            </a:spcBef>
            <a:spcAft>
              <a:spcPct val="35000"/>
            </a:spcAft>
            <a:buNone/>
          </a:pPr>
          <a:r>
            <a:rPr lang="en-US" sz="1400" kern="1200" dirty="0"/>
            <a:t>Weak password controls, poor monitoring, and limited phishing awareness allowed the attacker to misuse an admin account.</a:t>
          </a:r>
        </a:p>
      </dsp:txBody>
      <dsp:txXfrm>
        <a:off x="7779349" y="80496"/>
        <a:ext cx="2587360" cy="316882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9/29/2026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9/29/2026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Incident response refers to the steps organizations follow after discovering a possible cyber incident. These steps help teams quickly manage the situation, limit damage, and begin investigating what happened. Digital forensics supports this process by examining computers, system logs, and other digital records to collect reliable evidence. This evidence helps investigators understand the timeline of events and determine how the incident occurred. Root cause analysis then takes the investigation further by identifying the underlying weakness or failure that allowed the incident to happen, which helps organizations improve their security and prevent similar incidents in the future.</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754353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scenario, a school district experiences a possible data breach involving its student information system. At 10:45 PM on Sunday, the district’s monitoring system detects unusual login activity from two teacher accounts coming from an unfamiliar location. Just a few minutes later, at 10:52 PM, system logs show a large download of student records, which is not normal activity for teacher accounts. By 8:00 AM Monday morning, teachers begin reporting unexpected changes in their gradebooks. These events suggest that unauthorized access may have occurred, so the district’s technology team must begin an incident response and digital forensics investigation to understand what happened and protect the system.</a:t>
            </a: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2833330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forensics investigation follows a clear process so the response is organized and reliable</a:t>
            </a:r>
            <a:r>
              <a:rPr lang="en-US" b="0" dirty="0"/>
              <a:t>. The process begins by recognizing unusual activity and reporting the incident so the appropriate response team can begin investigating. Next, investigators define the scope of the incident and secure affected systems to prevent further damage or loss of evidence. After the environment is stabilized, investigators identify, preserve, and collect digital evidence, such as system logs, files, and network data.</a:t>
            </a:r>
          </a:p>
          <a:p>
            <a:endParaRPr lang="en-US" b="0" dirty="0"/>
          </a:p>
          <a:p>
            <a:r>
              <a:rPr lang="en-US" b="0" dirty="0"/>
              <a:t>Once the evidence is gathered, investigators examine and analyze the information to determine what happened, how the breach occurred, and what systems were affected. The findings are then documented and reported clearly so decision-makers understand the results of the investigation. Finally, investigators prepare the information for legal or administrative action if necessary. These steps align with guidance from NIST, which organizes digital forensic investigations into phases such as collection, examination, analysis, and reporting.</a:t>
            </a: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2176130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first step in an investigation is recognizing that something unusual has happened. In our scenario, this occurred when the monitoring system detected a strange login late Sunday night. Investigators treat this activity as potentially serious and begin recording basic facts, such as the time of the alert, the affected accounts, and the system involved.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next step is reporting the incident to the appropriate response team. This ensures that the right people, such as IT security staff and leadership, are aware of the issue. The team also begins documenting actions and evidence from the start, which helps maintain a clear record of the investigation process.</a:t>
            </a:r>
          </a:p>
          <a:p>
            <a:endParaRPr lang="en-US" dirty="0"/>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218427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22314-D318-4E21-5890-3AA646480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C8F99-CD3A-3674-A484-51FCFDD09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51230-B68C-E9F5-AC71-2B7149CC85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After the incident is reported, the team must determine the scope of the problem. This means identifying which systems, accounts, or records may be affected. In our scenario, investigators would look at the teacher accounts involved, the student information system, and the student records that were downloaded. The goal is to understand how large the incident might be and which systems are most at risk.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Next, the team must secure the environment to prevent further damage. This can include limiting access, temporarily disabling compromised accounts, or isolating affected systems. At the same time, investigators must be careful not to make unnecessary changes that could destroy important digital evidence needed for the investigation.</a:t>
            </a:r>
            <a:endParaRPr lang="en-US" dirty="0"/>
          </a:p>
        </p:txBody>
      </p:sp>
      <p:sp>
        <p:nvSpPr>
          <p:cNvPr id="4" name="Slide Number Placeholder 3">
            <a:extLst>
              <a:ext uri="{FF2B5EF4-FFF2-40B4-BE49-F238E27FC236}">
                <a16:creationId xmlns:a16="http://schemas.microsoft.com/office/drawing/2014/main" id="{33C0034A-CABF-B7EC-2FDC-60C4810E4BC8}"/>
              </a:ext>
            </a:extLst>
          </p:cNvPr>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400444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8D054-E92E-29E2-0B3A-C734ABC67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62C065-1E49-1D1B-4152-47CA765FA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AD504-8680-18C7-AC3D-7FCE4C5588B7}"/>
              </a:ext>
            </a:extLst>
          </p:cNvPr>
          <p:cNvSpPr>
            <a:spLocks noGrp="1"/>
          </p:cNvSpPr>
          <p:nvPr>
            <p:ph type="body" idx="1"/>
          </p:nvPr>
        </p:nvSpPr>
        <p:spPr/>
        <p:txBody>
          <a:bodyPr/>
          <a:lstStyle/>
          <a:p>
            <a:r>
              <a:rPr lang="en-US" b="0" dirty="0"/>
              <a:t>Next, investigators must identify the sources of digital evidence related to the incident. In this scenario, possible evidence could include login records from the student information system, the teacher accounts involved, server logs, and any devices used to access the system. The goal is to determine what data can help explain who accessed the system, when the activity occurred, and how the records were downloaded.</a:t>
            </a:r>
          </a:p>
          <a:p>
            <a:endParaRPr lang="en-US" dirty="0"/>
          </a:p>
          <a:p>
            <a:r>
              <a:rPr lang="en-US" b="0" dirty="0"/>
              <a:t>After identifying the evidence, the next step is to preserve the original data. Investigators create secure copies, often called forensic images, so the original data is not changed during analysis. They also maintain a clear chain of custody, documenting who collected and handled the evidence, to ensure the investigation remains reliable and legally defensible.</a:t>
            </a:r>
          </a:p>
        </p:txBody>
      </p:sp>
      <p:sp>
        <p:nvSpPr>
          <p:cNvPr id="4" name="Slide Number Placeholder 3">
            <a:extLst>
              <a:ext uri="{FF2B5EF4-FFF2-40B4-BE49-F238E27FC236}">
                <a16:creationId xmlns:a16="http://schemas.microsoft.com/office/drawing/2014/main" id="{BE691A40-53A1-8757-B8B2-5BFA06505879}"/>
              </a:ext>
            </a:extLst>
          </p:cNvPr>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3979391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0CB90-4987-3ED5-F735-DF4318A8D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0D24A5-05A0-861C-A7E9-A19609A03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CDDC41-44C8-0465-C684-44644EBC1281}"/>
              </a:ext>
            </a:extLst>
          </p:cNvPr>
          <p:cNvSpPr>
            <a:spLocks noGrp="1"/>
          </p:cNvSpPr>
          <p:nvPr>
            <p:ph type="body" idx="1"/>
          </p:nvPr>
        </p:nvSpPr>
        <p:spPr/>
        <p:txBody>
          <a:bodyPr/>
          <a:lstStyle/>
          <a:p>
            <a:r>
              <a:rPr lang="en-US" b="0" dirty="0"/>
              <a:t>After preserving the evidence, investigators move to collecting the relevant data. In our scenario, the team would gather system logs from the student information system, account activity from the teacher accounts, and any network records related to the unusual login and data export. They may also collect screenshots, memory captures, or communication records that help explain what happened.</a:t>
            </a:r>
          </a:p>
          <a:p>
            <a:endParaRPr lang="en-US" b="0" dirty="0"/>
          </a:p>
          <a:p>
            <a:r>
              <a:rPr lang="en-US" dirty="0"/>
              <a:t>At the same time, investigators must document every action taken during the process. This includes recording when the evidence was collected, which tools were used, and who handled the data. Careful documentation ensures the investigation is organized, transparent, and can be clearly explained later to school leaders or legal authorities if needed.</a:t>
            </a:r>
          </a:p>
          <a:p>
            <a:endParaRPr lang="en-US" b="0" dirty="0"/>
          </a:p>
        </p:txBody>
      </p:sp>
      <p:sp>
        <p:nvSpPr>
          <p:cNvPr id="4" name="Slide Number Placeholder 3">
            <a:extLst>
              <a:ext uri="{FF2B5EF4-FFF2-40B4-BE49-F238E27FC236}">
                <a16:creationId xmlns:a16="http://schemas.microsoft.com/office/drawing/2014/main" id="{F8F1849E-B1C0-1C77-6CF3-EB64EF050136}"/>
              </a:ext>
            </a:extLst>
          </p:cNvPr>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4232692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4C0F4-E89D-79D7-0FAD-79100085D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6D04D-3E51-115B-04C8-D8A4C39336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7EACC3-F742-75E2-CCC2-82A065AEEFA6}"/>
              </a:ext>
            </a:extLst>
          </p:cNvPr>
          <p:cNvSpPr>
            <a:spLocks noGrp="1"/>
          </p:cNvSpPr>
          <p:nvPr>
            <p:ph type="body" idx="1"/>
          </p:nvPr>
        </p:nvSpPr>
        <p:spPr/>
        <p:txBody>
          <a:bodyPr/>
          <a:lstStyle/>
          <a:p>
            <a:r>
              <a:rPr lang="en-US" b="0" dirty="0"/>
              <a:t>After the data is collected, investigators move to the examination stage. In this step, they review the collected evidence such as system logs, timestamps, files, and messages to identify relevant information. They also filter out unrelated data while keeping the original evidence intact so it can be checked again if needed.</a:t>
            </a:r>
          </a:p>
          <a:p>
            <a:endParaRPr lang="en-US" dirty="0"/>
          </a:p>
          <a:p>
            <a:r>
              <a:rPr lang="en-US" b="0" dirty="0"/>
              <a:t>Next, investigators analyze the evidence to understand what actually happened during the incident. They connect information from different sources, such as login logs and system activity, to build a clear timeline of events. This analysis helps determine how the unauthorized access occurred and whether the evidence supports the initial explanation of the breach.</a:t>
            </a:r>
          </a:p>
          <a:p>
            <a:endParaRPr lang="en-US" b="0" dirty="0"/>
          </a:p>
        </p:txBody>
      </p:sp>
      <p:sp>
        <p:nvSpPr>
          <p:cNvPr id="4" name="Slide Number Placeholder 3">
            <a:extLst>
              <a:ext uri="{FF2B5EF4-FFF2-40B4-BE49-F238E27FC236}">
                <a16:creationId xmlns:a16="http://schemas.microsoft.com/office/drawing/2014/main" id="{EBE5880D-81F7-896C-A4ED-BF04D747333B}"/>
              </a:ext>
            </a:extLst>
          </p:cNvPr>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3187711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051B9-A46A-4605-B37C-0D7243142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09B59-8F08-0B29-68C3-D185CBA525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5F08DD-8EF1-066B-F564-D9A829090B73}"/>
              </a:ext>
            </a:extLst>
          </p:cNvPr>
          <p:cNvSpPr>
            <a:spLocks noGrp="1"/>
          </p:cNvSpPr>
          <p:nvPr>
            <p:ph type="body" idx="1"/>
          </p:nvPr>
        </p:nvSpPr>
        <p:spPr/>
        <p:txBody>
          <a:bodyPr/>
          <a:lstStyle/>
          <a:p>
            <a:r>
              <a:rPr lang="en-US" b="0" dirty="0"/>
              <a:t>In the final steps, investigators report their findings from the investigation. The team prepares a clear report that explains what happened, how the incident occurred, what evidence was found, and what actions should be taken next. The report should be factual, organized, and understandable for different audiences such as school leadership, IT staff, or legal advisors.</a:t>
            </a:r>
          </a:p>
          <a:p>
            <a:endParaRPr lang="en-US" dirty="0"/>
          </a:p>
          <a:p>
            <a:r>
              <a:rPr lang="en-US" b="0" dirty="0"/>
              <a:t>Finally, investigators must prepare for possible legal review. This means keeping all preserved evidence, investigation notes, and chain-of-custody records secure. If needed, the investigation team should be able to explain how the evidence was collected, analyzed, and handled in a professional or legal setting.</a:t>
            </a:r>
          </a:p>
        </p:txBody>
      </p:sp>
      <p:sp>
        <p:nvSpPr>
          <p:cNvPr id="4" name="Slide Number Placeholder 3">
            <a:extLst>
              <a:ext uri="{FF2B5EF4-FFF2-40B4-BE49-F238E27FC236}">
                <a16:creationId xmlns:a16="http://schemas.microsoft.com/office/drawing/2014/main" id="{63568C4B-8AF1-46C7-7246-528FF9180883}"/>
              </a:ext>
            </a:extLst>
          </p:cNvPr>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4058422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Root cause analysis helps investigators move beyond the obvious problem and understand what allowed the incident to occur in the first place. First, we start with the symptom, which is the visible problem that alerts the team that something is wrong. In this case, unexpected grade changes and unusual login times raised concern. Next, investigators look for the immediate cause, which explains what directly led to the incident. Here, it appears that a staff account was used improperly to access the system. Finally, the investigation goes deeper to find the root cause. Finding this cause helps organizations fix the real issue and prevent similar incidents in the future.</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1653228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doing root cause analysis, it is important to rely on real data. Investigators look at things like system logs, alerts, and activity records to understand what actually happened. This helps them see patterns or unusual behavior that might explain the problem. Using evidence makes the investigation more accurate and helps the team find the real cause. Once the cause is clear, the organization can take the right steps to prevent the same issue from happening again.</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25238014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good practice in root cause analysis is working with people from different teams. For example, IT staff, security specialists, and managers may all have useful insights about what happened. When different experts work together, it becomes easier to see the full picture and identify the real cause of the problem.</a:t>
            </a:r>
          </a:p>
          <a:p>
            <a:endParaRPr lang="en-US" dirty="0"/>
          </a:p>
          <a:p>
            <a:r>
              <a:rPr lang="en-US" dirty="0"/>
              <a:t>It is also important to document the investigation process. This means writing down the steps taken, what was discovered, and what actions were recommended. Keeping these records helps organizations learn from past incidents and avoid repeating the same mistakes in the future.</a:t>
            </a: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11410744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6" y="4421221"/>
            <a:ext cx="10478450" cy="914400"/>
          </a:xfrm>
        </p:spPr>
        <p:txBody>
          <a:bodyPr anchor="t" anchorCtr="0">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3816" y="5335373"/>
            <a:ext cx="10478450" cy="731520"/>
          </a:xfrm>
        </p:spPr>
        <p:txBody>
          <a:bodyPr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Picture Placeholder 10">
            <a:extLst>
              <a:ext uri="{FF2B5EF4-FFF2-40B4-BE49-F238E27FC236}">
                <a16:creationId xmlns:a16="http://schemas.microsoft.com/office/drawing/2014/main" id="{8CC9A669-A9A2-C81A-7659-2BE084D43C34}"/>
              </a:ext>
            </a:extLst>
          </p:cNvPr>
          <p:cNvSpPr>
            <a:spLocks noGrp="1"/>
          </p:cNvSpPr>
          <p:nvPr>
            <p:ph type="pic" sz="quarter" idx="17"/>
          </p:nvPr>
        </p:nvSpPr>
        <p:spPr>
          <a:xfrm>
            <a:off x="0" y="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pic>
        <p:nvPicPr>
          <p:cNvPr id="6" name="Graphic 5">
            <a:extLst>
              <a:ext uri="{FF2B5EF4-FFF2-40B4-BE49-F238E27FC236}">
                <a16:creationId xmlns:a16="http://schemas.microsoft.com/office/drawing/2014/main" id="{46B6C58C-A09F-CD8C-3AD4-3613FA8617A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11227057" y="4519930"/>
            <a:ext cx="36576" cy="521208"/>
          </a:xfrm>
          <a:prstGeom prst="rect">
            <a:avLst/>
          </a:prstGeom>
        </p:spPr>
      </p:pic>
    </p:spTree>
    <p:extLst>
      <p:ext uri="{BB962C8B-B14F-4D97-AF65-F5344CB8AC3E}">
        <p14:creationId xmlns:p14="http://schemas.microsoft.com/office/powerpoint/2010/main" val="3052079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24975" y="831439"/>
            <a:ext cx="10440990" cy="1132258"/>
          </a:xfrm>
        </p:spPr>
        <p:txBody>
          <a:bodyPr>
            <a:normAutofit/>
          </a:bodyPr>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24975" y="2103120"/>
            <a:ext cx="10440989" cy="357729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896419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blip>
            <a:srcRect/>
            <a:stretch>
              <a:fillRect/>
            </a:stretch>
          </a:blipFill>
        </p:spPr>
        <p:txBody>
          <a:bodyPr/>
          <a:lstStyle/>
          <a:p>
            <a:r>
              <a:rPr lang="en-US"/>
              <a:t>Click icon to add picture</a:t>
            </a:r>
            <a:endParaRPr lang="en-US" dirty="0"/>
          </a:p>
        </p:txBody>
      </p:sp>
      <p:pic>
        <p:nvPicPr>
          <p:cNvPr id="9" name="Graphic 8">
            <a:extLst>
              <a:ext uri="{FF2B5EF4-FFF2-40B4-BE49-F238E27FC236}">
                <a16:creationId xmlns:a16="http://schemas.microsoft.com/office/drawing/2014/main" id="{57C4ECD9-5950-288D-F0E8-15AB93A0C11C}"/>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rot="16200000">
            <a:off x="7532546" y="676656"/>
            <a:ext cx="36576" cy="521208"/>
          </a:xfrm>
          <a:prstGeom prst="rect">
            <a:avLst/>
          </a:prstGeom>
        </p:spPr>
      </p:pic>
    </p:spTree>
    <p:extLst>
      <p:ext uri="{BB962C8B-B14F-4D97-AF65-F5344CB8AC3E}">
        <p14:creationId xmlns:p14="http://schemas.microsoft.com/office/powerpoint/2010/main" val="7031977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7073" y="2920382"/>
            <a:ext cx="6675120" cy="2468880"/>
          </a:xfrm>
        </p:spPr>
        <p:txBody>
          <a:bodyPr anchor="t" anchorCtr="0">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7073" y="5413788"/>
            <a:ext cx="6675120" cy="640080"/>
          </a:xfrm>
        </p:spPr>
        <p:txBody>
          <a:bodyPr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7985760" y="0"/>
            <a:ext cx="4206240" cy="6858000"/>
          </a:xfrm>
          <a:blipFill dpi="0" rotWithShape="1">
            <a:blip r:embed="rId2">
              <a:alphaModFix amt="60000"/>
            </a:blip>
            <a:srcRect/>
            <a:stretch>
              <a:fillRect l="-56812"/>
            </a:stretch>
          </a:blipFill>
        </p:spPr>
        <p:txBody>
          <a:bodyPr/>
          <a:lstStyle/>
          <a:p>
            <a:r>
              <a:rPr lang="en-US"/>
              <a:t>Click icon to add picture</a:t>
            </a:r>
            <a:endParaRPr lang="en-US" dirty="0"/>
          </a:p>
        </p:txBody>
      </p:sp>
      <p:pic>
        <p:nvPicPr>
          <p:cNvPr id="4" name="Graphic 3">
            <a:extLst>
              <a:ext uri="{FF2B5EF4-FFF2-40B4-BE49-F238E27FC236}">
                <a16:creationId xmlns:a16="http://schemas.microsoft.com/office/drawing/2014/main" id="{FBEFB6B4-A1CA-B788-D366-460FCF81670F}"/>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925164" y="1893372"/>
            <a:ext cx="36576" cy="521208"/>
          </a:xfrm>
          <a:prstGeom prst="rect">
            <a:avLst/>
          </a:prstGeom>
        </p:spPr>
      </p:pic>
    </p:spTree>
    <p:extLst>
      <p:ext uri="{BB962C8B-B14F-4D97-AF65-F5344CB8AC3E}">
        <p14:creationId xmlns:p14="http://schemas.microsoft.com/office/powerpoint/2010/main" val="4211348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6" y="832850"/>
            <a:ext cx="7478991" cy="3635797"/>
          </a:xfrm>
        </p:spPr>
        <p:txBody>
          <a:bodyPr anchor="t">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3816" y="4526561"/>
            <a:ext cx="6655522" cy="1545336"/>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Graphic 3">
            <a:extLst>
              <a:ext uri="{FF2B5EF4-FFF2-40B4-BE49-F238E27FC236}">
                <a16:creationId xmlns:a16="http://schemas.microsoft.com/office/drawing/2014/main" id="{E5969981-6F14-05AD-84BE-60811ABC8EEF}"/>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11224895" y="911860"/>
            <a:ext cx="36576" cy="521208"/>
          </a:xfrm>
          <a:prstGeom prst="rect">
            <a:avLst/>
          </a:prstGeom>
        </p:spPr>
      </p:pic>
    </p:spTree>
    <p:extLst>
      <p:ext uri="{BB962C8B-B14F-4D97-AF65-F5344CB8AC3E}">
        <p14:creationId xmlns:p14="http://schemas.microsoft.com/office/powerpoint/2010/main" val="662359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6" y="1097280"/>
            <a:ext cx="7876287" cy="3592629"/>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3816" y="5057409"/>
            <a:ext cx="7375466" cy="1014984"/>
          </a:xfrm>
        </p:spPr>
        <p:txBody>
          <a:bodyPr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Graphic 3">
            <a:extLst>
              <a:ext uri="{FF2B5EF4-FFF2-40B4-BE49-F238E27FC236}">
                <a16:creationId xmlns:a16="http://schemas.microsoft.com/office/drawing/2014/main" id="{95D914E6-8049-9561-C97E-2ED8FCDB89E6}"/>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54030" y="676656"/>
            <a:ext cx="36576" cy="521208"/>
          </a:xfrm>
          <a:prstGeom prst="rect">
            <a:avLst/>
          </a:prstGeom>
        </p:spPr>
      </p:pic>
    </p:spTree>
    <p:extLst>
      <p:ext uri="{BB962C8B-B14F-4D97-AF65-F5344CB8AC3E}">
        <p14:creationId xmlns:p14="http://schemas.microsoft.com/office/powerpoint/2010/main" val="39697243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Graphic 3">
            <a:extLst>
              <a:ext uri="{FF2B5EF4-FFF2-40B4-BE49-F238E27FC236}">
                <a16:creationId xmlns:a16="http://schemas.microsoft.com/office/drawing/2014/main" id="{B7AB9D02-BDB0-5420-CBA2-3044DDB6D79D}"/>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6077712" y="679622"/>
            <a:ext cx="36576" cy="521208"/>
          </a:xfrm>
          <a:prstGeom prst="rect">
            <a:avLst/>
          </a:prstGeom>
        </p:spPr>
      </p:pic>
    </p:spTree>
    <p:extLst>
      <p:ext uri="{BB962C8B-B14F-4D97-AF65-F5344CB8AC3E}">
        <p14:creationId xmlns:p14="http://schemas.microsoft.com/office/powerpoint/2010/main" val="31134968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B7FFBE8-95FC-A978-8212-6B5D8F34CC6D}"/>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7047762" y="676656"/>
            <a:ext cx="36576" cy="521208"/>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8461" y="1561943"/>
            <a:ext cx="4681728" cy="4569825"/>
          </a:xfrm>
        </p:spPr>
        <p:txBody>
          <a:bodyPr anchor="b">
            <a:normAutofit/>
          </a:bodyPr>
          <a:lstStyle>
            <a:lvl1pPr algn="l">
              <a:defRPr sz="40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8DA51E07-C561-85B3-141B-4157C0521FB7}"/>
              </a:ext>
            </a:extLst>
          </p:cNvPr>
          <p:cNvSpPr>
            <a:spLocks noGrp="1"/>
          </p:cNvSpPr>
          <p:nvPr>
            <p:ph type="pic" sz="quarter" idx="13"/>
          </p:nvPr>
        </p:nvSpPr>
        <p:spPr>
          <a:xfrm>
            <a:off x="0" y="0"/>
            <a:ext cx="6095994" cy="6858000"/>
          </a:xfrm>
          <a:blipFill dpi="0" rotWithShape="1">
            <a:blip r:embed="rId3">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8847022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1C35429-0BEB-CBD1-23C7-BE3E81942C9C}"/>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77710" y="676656"/>
            <a:ext cx="36576" cy="521208"/>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5" y="1196492"/>
            <a:ext cx="10107029" cy="4935272"/>
          </a:xfrm>
        </p:spPr>
        <p:txBody>
          <a:bodyPr anchor="b">
            <a:normAutofit/>
          </a:bodyPr>
          <a:lstStyle>
            <a:lvl1pPr algn="l">
              <a:defRPr sz="4000"/>
            </a:lvl1pPr>
          </a:lstStyle>
          <a:p>
            <a:r>
              <a:rPr lang="en-US"/>
              <a:t>Click to edit Master title style</a:t>
            </a:r>
            <a:endParaRPr lang="en-US" dirty="0"/>
          </a:p>
        </p:txBody>
      </p:sp>
    </p:spTree>
    <p:extLst>
      <p:ext uri="{BB962C8B-B14F-4D97-AF65-F5344CB8AC3E}">
        <p14:creationId xmlns:p14="http://schemas.microsoft.com/office/powerpoint/2010/main" val="22863360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3815" y="1196492"/>
            <a:ext cx="4800600" cy="4935272"/>
          </a:xfrm>
        </p:spPr>
        <p:txBody>
          <a:bodyPr anchor="b">
            <a:normAutofit/>
          </a:bodyPr>
          <a:lstStyle>
            <a:lvl1pPr algn="l">
              <a:defRPr sz="4000"/>
            </a:lvl1p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F85F708B-992C-821E-50D2-07A27EDFA154}"/>
              </a:ext>
            </a:extLst>
          </p:cNvPr>
          <p:cNvSpPr>
            <a:spLocks noGrp="1"/>
          </p:cNvSpPr>
          <p:nvPr>
            <p:ph type="pic" sz="quarter" idx="13"/>
          </p:nvPr>
        </p:nvSpPr>
        <p:spPr>
          <a:xfrm>
            <a:off x="6096006" y="0"/>
            <a:ext cx="6095994" cy="6858000"/>
          </a:xfrm>
          <a:blipFill dpi="0" rotWithShape="1">
            <a:blip r:embed="rId2">
              <a:alphaModFix amt="60000"/>
            </a:blip>
            <a:srcRect/>
            <a:stretch>
              <a:fillRect/>
            </a:stretch>
          </a:blipFill>
        </p:spPr>
        <p:txBody>
          <a:bodyPr/>
          <a:lstStyle/>
          <a:p>
            <a:r>
              <a:rPr lang="en-US"/>
              <a:t>Click icon to add picture</a:t>
            </a:r>
            <a:endParaRPr lang="en-US" dirty="0"/>
          </a:p>
        </p:txBody>
      </p:sp>
      <p:pic>
        <p:nvPicPr>
          <p:cNvPr id="3" name="Graphic 2">
            <a:extLst>
              <a:ext uri="{FF2B5EF4-FFF2-40B4-BE49-F238E27FC236}">
                <a16:creationId xmlns:a16="http://schemas.microsoft.com/office/drawing/2014/main" id="{71C35429-0BEB-CBD1-23C7-BE3E81942C9C}"/>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rot="16200000">
            <a:off x="1177710" y="676656"/>
            <a:ext cx="36576" cy="521208"/>
          </a:xfrm>
          <a:prstGeom prst="rect">
            <a:avLst/>
          </a:prstGeom>
        </p:spPr>
      </p:pic>
    </p:spTree>
    <p:extLst>
      <p:ext uri="{BB962C8B-B14F-4D97-AF65-F5344CB8AC3E}">
        <p14:creationId xmlns:p14="http://schemas.microsoft.com/office/powerpoint/2010/main" val="22634859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9F53EAF-F066-AFDA-2C25-8F96143C7AFD}"/>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11224895" y="911860"/>
            <a:ext cx="36576" cy="5212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3816" y="810063"/>
            <a:ext cx="8467558" cy="1554480"/>
          </a:xfrm>
        </p:spPr>
        <p:txBody>
          <a:bodyPr anchor="t" anchorCtr="0">
            <a:normAutofit/>
          </a:bodyPr>
          <a:lstStyle>
            <a:lvl1pPr>
              <a:defRPr sz="4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13816" y="2380995"/>
            <a:ext cx="8869680" cy="3291840"/>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400"/>
            </a:lvl4pPr>
            <a:lvl5pPr marL="914400" indent="0">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6558524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3816" y="1302209"/>
            <a:ext cx="5577962" cy="4807131"/>
          </a:xfrm>
        </p:spPr>
        <p:txBody>
          <a:bodyPr anchor="b">
            <a:normAutofit/>
          </a:bodyPr>
          <a:lstStyle>
            <a:lvl1pPr>
              <a:defRPr sz="3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411808" y="1884121"/>
            <a:ext cx="3596952" cy="4151675"/>
          </a:xfrm>
        </p:spPr>
        <p:txBody>
          <a:bodyPr anchor="b" anchorCtr="0">
            <a:normAutofit/>
          </a:bodyPr>
          <a:lstStyle>
            <a:lvl1pPr marL="0" indent="0">
              <a:spcAft>
                <a:spcPts val="1000"/>
              </a:spcAft>
              <a:buFontTx/>
              <a:buNone/>
              <a:defRPr sz="1800"/>
            </a:lvl1pPr>
            <a:lvl2pPr marL="228600" indent="0">
              <a:spcAft>
                <a:spcPts val="1000"/>
              </a:spcAft>
              <a:buFontTx/>
              <a:buNone/>
              <a:defRPr sz="1600"/>
            </a:lvl2pPr>
            <a:lvl3pPr marL="457200" indent="0">
              <a:spcAft>
                <a:spcPts val="1000"/>
              </a:spcAft>
              <a:buFontTx/>
              <a:buNone/>
              <a:defRPr sz="1400"/>
            </a:lvl3pPr>
            <a:lvl4pPr marL="685800" indent="0">
              <a:spcAft>
                <a:spcPts val="1000"/>
              </a:spcAft>
              <a:buFontTx/>
              <a:buNone/>
              <a:defRPr sz="1800"/>
            </a:lvl4pPr>
            <a:lvl5pPr marL="914400" indent="0">
              <a:spcAft>
                <a:spcPts val="1000"/>
              </a:spcAft>
              <a:buFontTx/>
              <a:buNone/>
              <a:defRPr sz="1800"/>
            </a:lvl5pPr>
          </a:lstStyle>
          <a:p>
            <a:pPr lvl="0"/>
            <a:r>
              <a:rPr lang="en-US"/>
              <a:t>Click to edit Master text styles</a:t>
            </a:r>
          </a:p>
          <a:p>
            <a:pPr lvl="1"/>
            <a:r>
              <a:rPr lang="en-US"/>
              <a:t>Second level</a:t>
            </a:r>
          </a:p>
          <a:p>
            <a:pPr lvl="2"/>
            <a:r>
              <a:rPr lang="en-US"/>
              <a:t>Third level</a:t>
            </a:r>
          </a:p>
        </p:txBody>
      </p:sp>
      <p:pic>
        <p:nvPicPr>
          <p:cNvPr id="3" name="Graphic 2">
            <a:extLst>
              <a:ext uri="{FF2B5EF4-FFF2-40B4-BE49-F238E27FC236}">
                <a16:creationId xmlns:a16="http://schemas.microsoft.com/office/drawing/2014/main" id="{CDB380E6-DA46-CD20-B419-2C58AADE9DDC}"/>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7752392" y="675798"/>
            <a:ext cx="36576" cy="521208"/>
          </a:xfrm>
          <a:prstGeom prst="rect">
            <a:avLst/>
          </a:prstGeom>
        </p:spPr>
      </p:pic>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32848" y="803514"/>
            <a:ext cx="429207" cy="365125"/>
          </a:xfrm>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492150" y="799483"/>
            <a:ext cx="4429566" cy="365125"/>
          </a:xfrm>
        </p:spPr>
        <p:txBody>
          <a:bodyPr/>
          <a:lstStyle>
            <a:lvl1pPr algn="ctr">
              <a:defRPr/>
            </a:lvl1pPr>
          </a:lstStyle>
          <a:p>
            <a:pPr algn="l"/>
            <a:endParaRPr lang="en-US" dirty="0"/>
          </a:p>
        </p:txBody>
      </p:sp>
    </p:spTree>
    <p:extLst>
      <p:ext uri="{BB962C8B-B14F-4D97-AF65-F5344CB8AC3E}">
        <p14:creationId xmlns:p14="http://schemas.microsoft.com/office/powerpoint/2010/main" val="3583669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3816" y="1302209"/>
            <a:ext cx="3234184" cy="4202629"/>
          </a:xfrm>
        </p:spPr>
        <p:txBody>
          <a:bodyPr anchor="ctr" anchorCtr="0">
            <a:normAutofit/>
          </a:bodyPr>
          <a:lstStyle>
            <a:lvl1pPr>
              <a:defRPr sz="3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97524" y="1353163"/>
            <a:ext cx="3596952" cy="4151675"/>
          </a:xfrm>
        </p:spPr>
        <p:txBody>
          <a:bodyPr anchor="ctr" anchorCtr="0">
            <a:normAutofit/>
          </a:bodyPr>
          <a:lstStyle>
            <a:lvl1pPr marL="0" indent="0">
              <a:spcAft>
                <a:spcPts val="1000"/>
              </a:spcAft>
              <a:buFontTx/>
              <a:buNone/>
              <a:defRPr sz="1800"/>
            </a:lvl1pPr>
            <a:lvl2pPr marL="228600" indent="0">
              <a:spcAft>
                <a:spcPts val="1000"/>
              </a:spcAft>
              <a:buFontTx/>
              <a:buNone/>
              <a:defRPr sz="1600"/>
            </a:lvl2pPr>
            <a:lvl3pPr marL="457200" indent="0">
              <a:spcAft>
                <a:spcPts val="1000"/>
              </a:spcAft>
              <a:buFontTx/>
              <a:buNone/>
              <a:defRPr sz="1400"/>
            </a:lvl3pPr>
            <a:lvl4pPr marL="685800" indent="0">
              <a:spcAft>
                <a:spcPts val="1000"/>
              </a:spcAft>
              <a:buFontTx/>
              <a:buNone/>
              <a:defRPr sz="1800"/>
            </a:lvl4pPr>
            <a:lvl5pPr marL="914400" indent="0">
              <a:spcAft>
                <a:spcPts val="1000"/>
              </a:spcAft>
              <a:buFontTx/>
              <a:buNone/>
              <a:defRPr sz="1800"/>
            </a:lvl5pPr>
          </a:lstStyle>
          <a:p>
            <a:pPr lvl="0"/>
            <a:r>
              <a:rPr lang="en-US"/>
              <a:t>Click to edit Master text styles</a:t>
            </a:r>
          </a:p>
          <a:p>
            <a:pPr lvl="1"/>
            <a:r>
              <a:rPr lang="en-US"/>
              <a:t>Second level</a:t>
            </a:r>
          </a:p>
          <a:p>
            <a:pPr lvl="2"/>
            <a:r>
              <a:rPr lang="en-US"/>
              <a:t>Third level</a:t>
            </a:r>
          </a:p>
        </p:txBody>
      </p:sp>
      <p:pic>
        <p:nvPicPr>
          <p:cNvPr id="3" name="Graphic 2">
            <a:extLst>
              <a:ext uri="{FF2B5EF4-FFF2-40B4-BE49-F238E27FC236}">
                <a16:creationId xmlns:a16="http://schemas.microsoft.com/office/drawing/2014/main" id="{CDB380E6-DA46-CD20-B419-2C58AADE9DDC}"/>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79576" y="675798"/>
            <a:ext cx="36576" cy="521208"/>
          </a:xfrm>
          <a:prstGeom prst="rect">
            <a:avLst/>
          </a:prstGeom>
        </p:spPr>
      </p:pic>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36224" y="813816"/>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896386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74732B46-F1F0-7522-FC25-AABA628DA30B}"/>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7104188" y="676656"/>
            <a:ext cx="36576" cy="5212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3816" y="4552002"/>
            <a:ext cx="4663440" cy="1554480"/>
          </a:xfrm>
        </p:spPr>
        <p:txBody>
          <a:bodyPr anchor="b" anchorCtr="0">
            <a:noAutofit/>
          </a:bodyPr>
          <a:lstStyle>
            <a:lvl1pPr>
              <a:defRPr sz="32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622FFB4D-B5E7-3882-7509-50FC147AD0C1}"/>
              </a:ext>
            </a:extLst>
          </p:cNvPr>
          <p:cNvSpPr>
            <a:spLocks noGrp="1"/>
          </p:cNvSpPr>
          <p:nvPr>
            <p:ph type="pic" sz="quarter" idx="14"/>
          </p:nvPr>
        </p:nvSpPr>
        <p:spPr>
          <a:xfrm>
            <a:off x="923544" y="941832"/>
            <a:ext cx="4179742" cy="2992856"/>
          </a:xfrm>
          <a:blipFill dpi="0" rotWithShape="1">
            <a:blip r:embed="rId3">
              <a:alphaModFix amt="60000"/>
            </a:blip>
            <a:srcRect/>
            <a:stretch>
              <a:fillRect l="-3918" t="-835" b="-338"/>
            </a:stretch>
          </a:blipFill>
        </p:spPr>
        <p:txBody>
          <a:body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36224" y="816682"/>
            <a:ext cx="429207" cy="365125"/>
          </a:xfrm>
        </p:spPr>
        <p:txBody>
          <a:bodyPr/>
          <a:lstStyle>
            <a:lvl1pPr algn="r">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765388" y="2718978"/>
            <a:ext cx="4663440" cy="3337560"/>
          </a:xfrm>
        </p:spPr>
        <p:txBody>
          <a:bodyPr anchor="b" anchorCtr="0">
            <a:normAutofit/>
          </a:bodyPr>
          <a:lstStyle>
            <a:lvl1pPr marL="0" indent="0">
              <a:buFont typeface="+mj-lt"/>
              <a:buNone/>
              <a:defRPr sz="1800"/>
            </a:lvl1pPr>
            <a:lvl2pPr marL="228600" indent="0">
              <a:buFont typeface="+mj-lt"/>
              <a:buNone/>
              <a:defRPr sz="1600"/>
            </a:lvl2pPr>
            <a:lvl3pPr marL="457200" indent="0">
              <a:buFont typeface="+mj-lt"/>
              <a:buNone/>
              <a:defRPr sz="1400"/>
            </a:lvl3pPr>
            <a:lvl4pPr marL="685800" indent="0">
              <a:buFont typeface="+mj-lt"/>
              <a:buNone/>
              <a:defRPr sz="1800"/>
            </a:lvl4pPr>
            <a:lvl5pPr>
              <a:buFont typeface="+mj-lt"/>
              <a:buNone/>
              <a:defRPr sz="18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875986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1C55ED2-79AB-08DC-6DCF-C07F6CBD227C}"/>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22189" y="1217512"/>
            <a:ext cx="36576" cy="52120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09404" y="2385975"/>
            <a:ext cx="4325112" cy="2454796"/>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23984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86383B9E-F152-84FC-BD1D-4F84C5670DA1}"/>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57799" y="5660464"/>
            <a:ext cx="36576" cy="52120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3815" y="2819320"/>
            <a:ext cx="4372547" cy="2834640"/>
          </a:xfrm>
        </p:spPr>
        <p:txBody>
          <a:bodyPr>
            <a:normAutofit/>
          </a:bodyPr>
          <a:lstStyle>
            <a:lvl1pPr>
              <a:defRPr sz="32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8B0E68BA-9AEE-909E-56B9-A14C4D9AD352}"/>
              </a:ext>
            </a:extLst>
          </p:cNvPr>
          <p:cNvSpPr>
            <a:spLocks noGrp="1"/>
          </p:cNvSpPr>
          <p:nvPr>
            <p:ph type="pic" sz="quarter" idx="14"/>
          </p:nvPr>
        </p:nvSpPr>
        <p:spPr>
          <a:xfrm>
            <a:off x="1" y="0"/>
            <a:ext cx="12191999" cy="2171156"/>
          </a:xfrm>
          <a:blipFill dpi="0" rotWithShape="1">
            <a:blip r:embed="rId3">
              <a:alphaModFix amt="60000"/>
            </a:blip>
            <a:srcRect/>
            <a:stretch>
              <a:fillRect l="1" t="1" r="-5" b="-376"/>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096000" y="2815002"/>
            <a:ext cx="5162550" cy="283464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869680" y="5717127"/>
            <a:ext cx="1845772" cy="365125"/>
          </a:xfrm>
        </p:spPr>
        <p:txBody>
          <a:bodyPr/>
          <a:lstStyle>
            <a:lvl1pPr algn="r">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34534" y="5714645"/>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54372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3816" y="848082"/>
            <a:ext cx="4145582" cy="4638825"/>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97419" y="848517"/>
            <a:ext cx="5681662" cy="4818062"/>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869680" y="5717127"/>
            <a:ext cx="1845772" cy="365125"/>
          </a:xfrm>
        </p:spPr>
        <p:txBody>
          <a:bodyPr/>
          <a:lstStyle>
            <a:lvl1pPr algn="r">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34664" y="5714645"/>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4907595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3816" y="850392"/>
            <a:ext cx="4142232" cy="4940661"/>
          </a:xfrm>
        </p:spPr>
        <p:txBody>
          <a:bodyPr>
            <a:normAutofit/>
          </a:bodyPr>
          <a:lstStyle>
            <a:lvl1pPr>
              <a:defRPr sz="32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869680" y="457200"/>
            <a:ext cx="1845772" cy="365125"/>
          </a:xfrm>
        </p:spPr>
        <p:txBody>
          <a:bodyPr/>
          <a:lstStyle>
            <a:lvl1pPr algn="r">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37607"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66305"/>
            <a:ext cx="6159500" cy="5390822"/>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188239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7901" y="842957"/>
            <a:ext cx="3494314" cy="4768174"/>
          </a:xfrm>
        </p:spPr>
        <p:txBody>
          <a:bodyPr>
            <a:normAutofit/>
          </a:bodyPr>
          <a:lstStyle>
            <a:lvl1pPr>
              <a:defRPr sz="32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869680" y="457200"/>
            <a:ext cx="1847088" cy="365125"/>
          </a:xfrm>
        </p:spPr>
        <p:txBody>
          <a:bodyPr/>
          <a:lstStyle>
            <a:lvl1pPr algn="r">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36224"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865504"/>
            <a:ext cx="6766560" cy="5093862"/>
          </a:xfrm>
        </p:spPr>
        <p:txBody>
          <a:bodyPr>
            <a:normAutofit/>
          </a:bodyPr>
          <a:lstStyle>
            <a:lvl1pPr>
              <a:lnSpc>
                <a:spcPct val="90000"/>
              </a:lnSpc>
              <a:defRPr sz="1800"/>
            </a:lvl1pPr>
            <a:lvl2pPr>
              <a:lnSpc>
                <a:spcPct val="90000"/>
              </a:lnSpc>
              <a:defRPr sz="1600"/>
            </a:lvl2pPr>
            <a:lvl3pPr>
              <a:lnSpc>
                <a:spcPct val="90000"/>
              </a:lnSpc>
              <a:defRPr sz="1400"/>
            </a:lvl3pPr>
            <a:lvl4pPr>
              <a:lnSpc>
                <a:spcPct val="90000"/>
              </a:lnSpc>
              <a:defRPr sz="1200"/>
            </a:lvl4pPr>
            <a:lvl5pPr>
              <a:lnSpc>
                <a:spcPct val="90000"/>
              </a:lnSpc>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111924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16209" y="868680"/>
            <a:ext cx="6093225" cy="1143000"/>
          </a:xfrm>
        </p:spPr>
        <p:txBody>
          <a:bodyPr anchor="t" anchorCtr="0">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437529" cy="6858000"/>
          </a:xfrm>
          <a:blipFill dpi="0" rotWithShape="1">
            <a:blip r:embed="rId2">
              <a:alphaModFix amt="60000"/>
            </a:blip>
            <a:srcRect/>
            <a:stretch>
              <a:fillRect r="-8031"/>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869680" y="457200"/>
            <a:ext cx="1845772" cy="365125"/>
          </a:xfrm>
        </p:spPr>
        <p:txBody>
          <a:bodyPr/>
          <a:lstStyle>
            <a:lvl1pPr algn="r">
              <a:defRPr/>
            </a:lvl1pPr>
          </a:lstStyle>
          <a:p>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0939833"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16209" y="2017058"/>
            <a:ext cx="6071616" cy="4489704"/>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237749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190" y="822960"/>
            <a:ext cx="6135624" cy="1143000"/>
          </a:xfrm>
        </p:spPr>
        <p:txBody>
          <a:bodyPr anchor="b"/>
          <a:lstStyle/>
          <a:p>
            <a:r>
              <a:rPr lang="en-US"/>
              <a:t>Click to edit Master title style</a:t>
            </a:r>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817903" y="457200"/>
            <a:ext cx="429207" cy="365125"/>
          </a:xfrm>
        </p:spPr>
        <p:txBody>
          <a:bodyPr/>
          <a:lstStyle/>
          <a:p>
            <a:fld id="{CC057153-B650-4DEB-B370-79DDCFDCE934}" type="slidenum">
              <a:rPr lang="en-US" smtClean="0"/>
              <a:t>‹#›</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1490472" y="457200"/>
            <a:ext cx="1847088" cy="365125"/>
          </a:xfrm>
        </p:spPr>
        <p:txBody>
          <a:bodyPr/>
          <a:lstStyle/>
          <a:p>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17316" y="2057402"/>
            <a:ext cx="6135624" cy="4489704"/>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5030814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08854" y="829325"/>
            <a:ext cx="6858000" cy="932688"/>
          </a:xfrm>
        </p:spPr>
        <p:txBody>
          <a:bodyPr anchor="t" anchorCtr="0"/>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3429000" cy="6858000"/>
          </a:xfrm>
          <a:blipFill dpi="0" rotWithShape="1">
            <a:blip r:embed="rId2">
              <a:alphaModFix amt="60000"/>
            </a:blip>
            <a:srcRect/>
            <a:stretch>
              <a:fillRect r="-17333"/>
            </a:stretch>
          </a:blipFill>
        </p:spPr>
        <p:txBody>
          <a:bodyPr/>
          <a:lstStyle/>
          <a:p>
            <a:r>
              <a:rPr lang="en-US"/>
              <a:t>Click icon to add picture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869680" y="457200"/>
            <a:ext cx="1845772" cy="365125"/>
          </a:xfrm>
        </p:spPr>
        <p:txBody>
          <a:bodyPr/>
          <a:lstStyle>
            <a:lvl1pPr algn="r">
              <a:defRPr/>
            </a:lvl1p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0935476"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08854" y="1878456"/>
            <a:ext cx="6858000" cy="498348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936376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1046" y="4257446"/>
            <a:ext cx="4297661" cy="1852154"/>
          </a:xfrm>
        </p:spPr>
        <p:txBody>
          <a:bodyPr anchor="b">
            <a:noAutofit/>
          </a:bodyPr>
          <a:lstStyle>
            <a:lvl1pPr>
              <a:defRPr sz="3200"/>
            </a:lvl1pPr>
          </a:lstStyle>
          <a:p>
            <a:r>
              <a:rPr lang="en-US"/>
              <a:t>Click to edit Master title style</a:t>
            </a:r>
            <a:endParaRPr lang="en-US" dirty="0"/>
          </a:p>
        </p:txBody>
      </p:sp>
      <p:pic>
        <p:nvPicPr>
          <p:cNvPr id="4" name="Graphic 3">
            <a:extLst>
              <a:ext uri="{FF2B5EF4-FFF2-40B4-BE49-F238E27FC236}">
                <a16:creationId xmlns:a16="http://schemas.microsoft.com/office/drawing/2014/main" id="{8F2A913F-34E8-6AA3-93B1-82EC2684015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6348844" y="5660464"/>
            <a:ext cx="36576" cy="521208"/>
          </a:xfrm>
          <a:prstGeom prst="rect">
            <a:avLst/>
          </a:prstGeom>
        </p:spPr>
      </p:pic>
      <p:sp>
        <p:nvSpPr>
          <p:cNvPr id="3" name="Picture Placeholder 10">
            <a:extLst>
              <a:ext uri="{FF2B5EF4-FFF2-40B4-BE49-F238E27FC236}">
                <a16:creationId xmlns:a16="http://schemas.microsoft.com/office/drawing/2014/main" id="{A9DF44A2-0708-C962-D4F6-461FBBBE261F}"/>
              </a:ext>
            </a:extLst>
          </p:cNvPr>
          <p:cNvSpPr>
            <a:spLocks noGrp="1"/>
          </p:cNvSpPr>
          <p:nvPr>
            <p:ph type="pic" sz="quarter" idx="13"/>
          </p:nvPr>
        </p:nvSpPr>
        <p:spPr>
          <a:xfrm>
            <a:off x="935034" y="849445"/>
            <a:ext cx="4173673" cy="2913664"/>
          </a:xfrm>
          <a:blipFill dpi="0" rotWithShape="1">
            <a:blip r:embed="rId3">
              <a:alphaModFix amt="60000"/>
            </a:blip>
            <a:srcRect/>
            <a:stretch>
              <a:fillRect b="159"/>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12179" y="849444"/>
            <a:ext cx="5295472" cy="483489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8869680" y="5719845"/>
            <a:ext cx="1847088" cy="389755"/>
          </a:xfrm>
        </p:spPr>
        <p:txBody>
          <a:bodyPr/>
          <a:lstStyle>
            <a:lvl1pPr algn="r">
              <a:defRPr/>
            </a:lvl1p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928411" y="5746499"/>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33544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909038" y="832804"/>
            <a:ext cx="4361688" cy="1527048"/>
          </a:xfrm>
        </p:spPr>
        <p:txBody>
          <a:bodyPr anchor="t" anchorCtr="0">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096000" cy="6858000"/>
          </a:xfrm>
          <a:blipFill dpi="0" rotWithShape="1">
            <a:blip r:embed="rId2">
              <a:alphaModFix amt="60000"/>
            </a:blip>
            <a:srcRect/>
            <a:stretch>
              <a:fillRect l="-1" r="-8457"/>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9680" y="457200"/>
            <a:ext cx="1845772" cy="365125"/>
          </a:xfrm>
        </p:spPr>
        <p:txBody>
          <a:bodyPr/>
          <a:lstStyle>
            <a:lvl1pPr algn="r">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36224"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08975" y="2467805"/>
            <a:ext cx="4362450" cy="409575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875427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33023" y="2132530"/>
            <a:ext cx="4961795" cy="1527048"/>
          </a:xfrm>
        </p:spPr>
        <p:txBody>
          <a:bodyPr anchor="t" anchorCtr="0">
            <a:normAutofit/>
          </a:bodyPr>
          <a:lstStyle>
            <a:lvl1pPr>
              <a:defRPr sz="3200"/>
            </a:lvl1pPr>
          </a:lstStyle>
          <a:p>
            <a:r>
              <a:rPr lang="en-US"/>
              <a:t>Click to edit Master title style</a:t>
            </a:r>
            <a:endParaRPr lang="en-US" dirty="0"/>
          </a:p>
        </p:txBody>
      </p:sp>
      <p:sp>
        <p:nvSpPr>
          <p:cNvPr id="5" name="Picture Placeholder 2">
            <a:extLst>
              <a:ext uri="{FF2B5EF4-FFF2-40B4-BE49-F238E27FC236}">
                <a16:creationId xmlns:a16="http://schemas.microsoft.com/office/drawing/2014/main" id="{AA2C06F4-46D4-E31A-FE24-FA262F3070BA}"/>
              </a:ext>
            </a:extLst>
          </p:cNvPr>
          <p:cNvSpPr>
            <a:spLocks noGrp="1"/>
          </p:cNvSpPr>
          <p:nvPr>
            <p:ph type="pic" idx="1"/>
          </p:nvPr>
        </p:nvSpPr>
        <p:spPr>
          <a:xfrm>
            <a:off x="0" y="909016"/>
            <a:ext cx="5685399" cy="5039969"/>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pic>
        <p:nvPicPr>
          <p:cNvPr id="3" name="Graphic 2">
            <a:extLst>
              <a:ext uri="{FF2B5EF4-FFF2-40B4-BE49-F238E27FC236}">
                <a16:creationId xmlns:a16="http://schemas.microsoft.com/office/drawing/2014/main" id="{68D34A61-0B4C-7668-21C4-92101CEE4BE3}"/>
              </a:ext>
            </a:extLst>
          </p:cNvPr>
          <p:cNvPicPr>
            <a:picLocks/>
          </p:cNvPicPr>
          <p:nvPr userDrawn="1"/>
        </p:nvPicPr>
        <p:blipFill>
          <a:blip>
            <a:extLst>
              <a:ext uri="{96DAC541-7B7A-43D3-8B79-37D633B846F1}">
                <asvg:svgBlip xmlns:asvg="http://schemas.microsoft.com/office/drawing/2016/SVG/main" r:embed="rId3"/>
              </a:ext>
            </a:extLst>
          </a:blip>
          <a:stretch>
            <a:fillRect/>
          </a:stretch>
        </p:blipFill>
        <p:spPr>
          <a:xfrm>
            <a:off x="6541267" y="1217512"/>
            <a:ext cx="36576" cy="521208"/>
          </a:xfrm>
          <a:prstGeom prst="rect">
            <a:avLst/>
          </a:prstGeom>
        </p:spPr>
      </p:pic>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433023" y="3788229"/>
            <a:ext cx="4961795" cy="1919224"/>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446428" y="5720288"/>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3273" y="5720287"/>
            <a:ext cx="2805405" cy="365125"/>
          </a:xfrm>
        </p:spPr>
        <p:txBody>
          <a:bodyPr/>
          <a:lstStyle>
            <a:lvl1pPr algn="l">
              <a:defRPr>
                <a:solidFill>
                  <a:schemeClr val="tx1"/>
                </a:solidFill>
                <a:effectLst/>
              </a:defRPr>
            </a:lvl1pPr>
          </a:lstStyle>
          <a:p>
            <a:endParaRPr lang="en-US" dirty="0"/>
          </a:p>
        </p:txBody>
      </p:sp>
    </p:spTree>
    <p:extLst>
      <p:ext uri="{BB962C8B-B14F-4D97-AF65-F5344CB8AC3E}">
        <p14:creationId xmlns:p14="http://schemas.microsoft.com/office/powerpoint/2010/main" val="9897803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38094" y="825703"/>
            <a:ext cx="4522936" cy="932688"/>
          </a:xfrm>
        </p:spPr>
        <p:txBody>
          <a:bodyPr anchor="t" anchorCtr="0"/>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5672379" cy="6858000"/>
          </a:xfrm>
          <a:blipFill dpi="0" rotWithShape="1">
            <a:blip r:embed="rId2">
              <a:alphaModFix amt="60000"/>
            </a:blip>
            <a:srcRect/>
            <a:stretch>
              <a:fillRect r="-14454"/>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9680" y="457200"/>
            <a:ext cx="1845772" cy="365125"/>
          </a:xfrm>
        </p:spPr>
        <p:txBody>
          <a:bodyPr/>
          <a:lstStyle>
            <a:lvl1pPr algn="r">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36224"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748429" y="1789540"/>
            <a:ext cx="4512601" cy="498348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985879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873104"/>
            <a:ext cx="4572000" cy="932688"/>
          </a:xfrm>
        </p:spPr>
        <p:txBody>
          <a:bodyPr anchor="b"/>
          <a:lstStyle>
            <a:lvl1pPr>
              <a:defRPr sz="3200"/>
            </a:lvl1p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12585" y="457200"/>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72618" y="457200"/>
            <a:ext cx="2805405" cy="365125"/>
          </a:xfrm>
        </p:spPr>
        <p:txBody>
          <a:bodyPr/>
          <a:lstStyle>
            <a:lvl1pPr>
              <a:defRPr>
                <a:solidFill>
                  <a:schemeClr val="tx1"/>
                </a:solidFill>
                <a:effectLst/>
              </a:defRPr>
            </a:lvl1p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3816" y="1933808"/>
            <a:ext cx="4572000" cy="498348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Picture Placeholder 10">
            <a:extLst>
              <a:ext uri="{FF2B5EF4-FFF2-40B4-BE49-F238E27FC236}">
                <a16:creationId xmlns:a16="http://schemas.microsoft.com/office/drawing/2014/main" id="{3CD55653-C8C9-068F-CF5A-7E1436D7EFA1}"/>
              </a:ext>
            </a:extLst>
          </p:cNvPr>
          <p:cNvSpPr>
            <a:spLocks noGrp="1"/>
          </p:cNvSpPr>
          <p:nvPr>
            <p:ph type="pic" sz="quarter" idx="13"/>
          </p:nvPr>
        </p:nvSpPr>
        <p:spPr>
          <a:xfrm>
            <a:off x="6519621" y="0"/>
            <a:ext cx="5672379" cy="6858000"/>
          </a:xfrm>
          <a:blipFill dpi="0" rotWithShape="1">
            <a:blip r:embed="rId2">
              <a:alphaModFix amt="60000"/>
            </a:blip>
            <a:srcRect/>
            <a:stretch>
              <a:fillRect r="-14454"/>
            </a:stretch>
          </a:blipFill>
        </p:spPr>
        <p:txBody>
          <a:bodyPr/>
          <a:lstStyle/>
          <a:p>
            <a:r>
              <a:rPr lang="en-US"/>
              <a:t>Click icon to add picture</a:t>
            </a:r>
            <a:endParaRPr lang="en-US" dirty="0"/>
          </a:p>
        </p:txBody>
      </p:sp>
    </p:spTree>
    <p:extLst>
      <p:ext uri="{BB962C8B-B14F-4D97-AF65-F5344CB8AC3E}">
        <p14:creationId xmlns:p14="http://schemas.microsoft.com/office/powerpoint/2010/main" val="32607263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866298" y="831603"/>
            <a:ext cx="3401568" cy="1527048"/>
          </a:xfrm>
        </p:spPr>
        <p:txBody>
          <a:bodyPr anchor="t" anchorCtr="0">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038109" cy="6858000"/>
          </a:xfrm>
          <a:blipFill dpi="0" rotWithShape="1">
            <a:blip r:embed="rId2">
              <a:alphaModFix amt="60000"/>
            </a:blip>
            <a:srcRect/>
            <a:stretch>
              <a:fillRect r="-7758"/>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869680" y="457200"/>
            <a:ext cx="1847088" cy="365125"/>
          </a:xfrm>
        </p:spPr>
        <p:txBody>
          <a:bodyPr/>
          <a:lstStyle>
            <a:lvl1pPr algn="r">
              <a:defRPr/>
            </a:lvl1p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936224"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66425" y="2379232"/>
            <a:ext cx="3401568" cy="409575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09857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822960"/>
            <a:ext cx="3401568" cy="1527048"/>
          </a:xfrm>
        </p:spPr>
        <p:txBody>
          <a:bodyPr anchor="b">
            <a:normAutofit/>
          </a:bodyPr>
          <a:lstStyle>
            <a:lvl1pPr>
              <a:defRPr sz="3200"/>
            </a:lvl1p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21269" y="457200"/>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90472" y="457200"/>
            <a:ext cx="1847088" cy="365125"/>
          </a:xfrm>
        </p:spPr>
        <p:txBody>
          <a:bodyPr/>
          <a:lstStyle>
            <a:lvl1pPr>
              <a:defRPr>
                <a:solidFill>
                  <a:schemeClr val="tx1"/>
                </a:solidFill>
                <a:effectLst/>
              </a:defRPr>
            </a:lvl1pPr>
          </a:lstStyle>
          <a:p>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3816" y="2377440"/>
            <a:ext cx="3401568" cy="4095750"/>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0935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97417" y="822516"/>
            <a:ext cx="3273552" cy="1942773"/>
          </a:xfrm>
        </p:spPr>
        <p:txBody>
          <a:bodyPr anchor="t" anchorCtr="0">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220197" cy="6858000"/>
          </a:xfrm>
          <a:blipFill dpi="0" rotWithShape="1">
            <a:blip r:embed="rId2">
              <a:alphaModFix amt="60000"/>
            </a:blip>
            <a:srcRect/>
            <a:stretch>
              <a:fillRect l="1" r="-7773"/>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411" y="2778536"/>
            <a:ext cx="3273552" cy="292608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987743" y="5714645"/>
            <a:ext cx="429207" cy="365125"/>
          </a:xfrm>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47220" y="5715000"/>
            <a:ext cx="2335165" cy="365125"/>
          </a:xfrm>
        </p:spPr>
        <p:txBody>
          <a:bodyPr/>
          <a:lstStyle/>
          <a:p>
            <a:endParaRPr lang="en-US" dirty="0"/>
          </a:p>
        </p:txBody>
      </p:sp>
    </p:spTree>
    <p:extLst>
      <p:ext uri="{BB962C8B-B14F-4D97-AF65-F5344CB8AC3E}">
        <p14:creationId xmlns:p14="http://schemas.microsoft.com/office/powerpoint/2010/main" val="39572923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9413" y="4299577"/>
            <a:ext cx="3739896" cy="1390330"/>
          </a:xfrm>
        </p:spPr>
        <p:txBody>
          <a:bodyPr anchor="t">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692106"/>
          </a:xfrm>
          <a:blipFill dpi="0" rotWithShape="1">
            <a:blip r:embed="rId2">
              <a:alphaModFix amt="60000"/>
            </a:blip>
            <a:srcRect/>
            <a:stretch>
              <a:fillRect t="-1" b="-25541"/>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299576"/>
            <a:ext cx="6400800" cy="139033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6572690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3791259"/>
            <a:ext cx="2953618" cy="1892808"/>
          </a:xfrm>
        </p:spPr>
        <p:txBody>
          <a:bodyPr anchor="t">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141683"/>
          </a:xfrm>
          <a:blipFill dpi="0" rotWithShape="1">
            <a:blip r:embed="rId2">
              <a:alphaModFix amt="60000"/>
            </a:blip>
            <a:srcRect/>
            <a:stretch>
              <a:fillRect t="2" b="-20264"/>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3791259"/>
            <a:ext cx="7772400" cy="224028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7050003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223" y="833527"/>
            <a:ext cx="2953618" cy="1892808"/>
          </a:xfrm>
        </p:spPr>
        <p:txBody>
          <a:bodyPr anchor="t">
            <a:normAutofit/>
          </a:bodyPr>
          <a:lstStyle>
            <a:lvl1pPr>
              <a:defRPr sz="32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9680" y="457200"/>
            <a:ext cx="1847088" cy="365125"/>
          </a:xfrm>
        </p:spPr>
        <p:txBody>
          <a:bodyPr/>
          <a:lstStyle>
            <a:lvl1pPr algn="r">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36224" y="457200"/>
            <a:ext cx="429207" cy="365125"/>
          </a:xfrm>
        </p:spPr>
        <p:txBody>
          <a:bodyPr/>
          <a:lstStyle>
            <a:lvl1pPr algn="r">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833527"/>
            <a:ext cx="7772400" cy="2240280"/>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7983993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635034"/>
            <a:ext cx="10972802" cy="970463"/>
          </a:xfrm>
        </p:spPr>
        <p:txBody>
          <a:bodyPr anchor="ct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909210" y="1828800"/>
            <a:ext cx="5701655" cy="4088298"/>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32104" y="5943600"/>
            <a:ext cx="429207" cy="365125"/>
          </a:xfrm>
        </p:spPr>
        <p:txBody>
          <a:bodyPr/>
          <a:lstStyle>
            <a:lvl1pPr algn="l">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90472" y="5943600"/>
            <a:ext cx="1845772" cy="365125"/>
          </a:xfrm>
        </p:spPr>
        <p:txBody>
          <a:bodyPr/>
          <a:lstStyle>
            <a:lvl1pPr algn="l">
              <a:defRPr/>
            </a:lvl1pPr>
          </a:lstStyle>
          <a:p>
            <a:endParaRPr lang="en-US" dirty="0"/>
          </a:p>
        </p:txBody>
      </p:sp>
    </p:spTree>
    <p:extLst>
      <p:ext uri="{BB962C8B-B14F-4D97-AF65-F5344CB8AC3E}">
        <p14:creationId xmlns:p14="http://schemas.microsoft.com/office/powerpoint/2010/main" val="30310479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814645"/>
            <a:ext cx="4672584" cy="1453896"/>
          </a:xfrm>
        </p:spPr>
        <p:txBody>
          <a:bodyPr>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904874" y="2971800"/>
            <a:ext cx="4219217" cy="2968589"/>
          </a:xfrm>
          <a:blipFill dpi="0" rotWithShape="1">
            <a:blip r:embed="rId2">
              <a:alphaModFix amt="60000"/>
            </a:blip>
            <a:srcRect/>
            <a:stretch>
              <a:fillRect l="148" t="-11888" r="-148" b="-11048"/>
            </a:stretch>
          </a:blipFill>
        </p:spPr>
        <p:txBody>
          <a:bodyPr/>
          <a:lstStyle/>
          <a:p>
            <a:r>
              <a:rPr lang="en-US"/>
              <a:t>Click icon to add picture</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32104" y="5943600"/>
            <a:ext cx="429207" cy="365125"/>
          </a:xfrm>
        </p:spPr>
        <p:txBody>
          <a:bodyPr/>
          <a:lstStyle>
            <a:lvl1pPr algn="l">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90472" y="5943600"/>
            <a:ext cx="1845772" cy="365125"/>
          </a:xfrm>
        </p:spPr>
        <p:txBody>
          <a:bodyPr/>
          <a:lstStyle>
            <a:lvl1pPr algn="l">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94950" y="838031"/>
            <a:ext cx="5585925" cy="5783263"/>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042614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828825"/>
            <a:ext cx="3657603" cy="1453896"/>
          </a:xfrm>
        </p:spPr>
        <p:txBody>
          <a:bodyPr anchor="t">
            <a:normAutofit/>
          </a:bodyPr>
          <a:lstStyle>
            <a:lvl1pPr>
              <a:defRPr sz="3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953473" y="2662694"/>
            <a:ext cx="2826675" cy="3273309"/>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4" name="Slide Number Placeholder 3">
            <a:extLst>
              <a:ext uri="{FF2B5EF4-FFF2-40B4-BE49-F238E27FC236}">
                <a16:creationId xmlns:a16="http://schemas.microsoft.com/office/drawing/2014/main" id="{47484806-6EE6-E9E7-C756-577E511C944C}"/>
              </a:ext>
            </a:extLst>
          </p:cNvPr>
          <p:cNvSpPr>
            <a:spLocks noGrp="1"/>
          </p:cNvSpPr>
          <p:nvPr>
            <p:ph type="sldNum" sz="quarter" idx="16"/>
          </p:nvPr>
        </p:nvSpPr>
        <p:spPr>
          <a:xfrm>
            <a:off x="830476" y="5943600"/>
            <a:ext cx="429207" cy="365125"/>
          </a:xfrm>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E85E95BE-BAAA-0962-1F37-8E80B5075B4D}"/>
              </a:ext>
            </a:extLst>
          </p:cNvPr>
          <p:cNvSpPr>
            <a:spLocks noGrp="1"/>
          </p:cNvSpPr>
          <p:nvPr>
            <p:ph type="ftr" sz="quarter" idx="15"/>
          </p:nvPr>
        </p:nvSpPr>
        <p:spPr>
          <a:xfrm>
            <a:off x="1490553" y="5943600"/>
            <a:ext cx="1845772" cy="365125"/>
          </a:xfrm>
        </p:spPr>
        <p:txBody>
          <a:body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08493" y="840587"/>
            <a:ext cx="6561138" cy="6035040"/>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578048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7624688" y="4318002"/>
            <a:ext cx="3741303" cy="1727191"/>
          </a:xfrm>
        </p:spPr>
        <p:txBody>
          <a:bodyPr anchor="b" anchorCtr="0">
            <a:normAutofit/>
          </a:bodyPr>
          <a:lstStyle>
            <a:lvl1pPr>
              <a:lnSpc>
                <a:spcPct val="110000"/>
              </a:lnSpc>
              <a:defRPr sz="2000" b="0" i="0" cap="none" spc="0" baseline="0">
                <a:solidFill>
                  <a:schemeClr val="tx1"/>
                </a:solidFill>
                <a:latin typeface="+mn-lt"/>
                <a:cs typeface="Poppins Light" pitchFamily="2" charset="77"/>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777240" y="603503"/>
            <a:ext cx="10535513" cy="4334256"/>
          </a:xfrm>
        </p:spPr>
        <p:txBody>
          <a:bodyPr anchor="b">
            <a:normAutofit/>
          </a:bodyPr>
          <a:lstStyle>
            <a:lvl1pPr marL="0" indent="0">
              <a:lnSpc>
                <a:spcPct val="90000"/>
              </a:lnSpc>
              <a:spcBef>
                <a:spcPts val="0"/>
              </a:spcBef>
              <a:buNone/>
              <a:defRPr sz="17500" b="1">
                <a:solidFill>
                  <a:schemeClr val="tx1"/>
                </a:solidFill>
                <a:latin typeface="+mj-lt"/>
                <a:cs typeface="Poppins" pitchFamily="2" charset="77"/>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dirty="0"/>
          </a:p>
        </p:txBody>
      </p:sp>
      <p:pic>
        <p:nvPicPr>
          <p:cNvPr id="3" name="Graphic 2">
            <a:extLst>
              <a:ext uri="{FF2B5EF4-FFF2-40B4-BE49-F238E27FC236}">
                <a16:creationId xmlns:a16="http://schemas.microsoft.com/office/drawing/2014/main" id="{212892AD-A824-80C0-23D0-A50E8E6086C1}"/>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77710" y="676656"/>
            <a:ext cx="36576" cy="521208"/>
          </a:xfrm>
          <a:prstGeom prst="rect">
            <a:avLst/>
          </a:prstGeom>
        </p:spPr>
      </p:pic>
    </p:spTree>
    <p:extLst>
      <p:ext uri="{BB962C8B-B14F-4D97-AF65-F5344CB8AC3E}">
        <p14:creationId xmlns:p14="http://schemas.microsoft.com/office/powerpoint/2010/main" val="10562215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0ABD31F-6790-1046-FAA9-F005395197D6}"/>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77710" y="676656"/>
            <a:ext cx="36576" cy="521208"/>
          </a:xfrm>
          <a:prstGeom prst="rect">
            <a:avLst/>
          </a:prstGeom>
        </p:spPr>
      </p:pic>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733074" y="4520514"/>
            <a:ext cx="7525512" cy="1545336"/>
          </a:xfrm>
        </p:spPr>
        <p:txBody>
          <a:bodyPr anchor="b" anchorCtr="0">
            <a:normAutofit/>
          </a:bodyPr>
          <a:lstStyle>
            <a:lvl1pPr algn="r">
              <a:lnSpc>
                <a:spcPct val="110000"/>
              </a:lnSpc>
              <a:defRPr sz="2000" b="0" i="0" cap="none" spc="0" baseline="0">
                <a:solidFill>
                  <a:schemeClr val="tx1"/>
                </a:solidFill>
                <a:latin typeface="+mn-lt"/>
                <a:cs typeface="Poppins Light" pitchFamily="2" charset="77"/>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777240" y="912730"/>
            <a:ext cx="10543032" cy="4206240"/>
          </a:xfrm>
        </p:spPr>
        <p:txBody>
          <a:bodyPr anchor="b">
            <a:normAutofit/>
          </a:bodyPr>
          <a:lstStyle>
            <a:lvl1pPr marL="0" indent="0" algn="l">
              <a:lnSpc>
                <a:spcPct val="90000"/>
              </a:lnSpc>
              <a:buNone/>
              <a:defRPr sz="17500" b="1">
                <a:solidFill>
                  <a:schemeClr val="tx1"/>
                </a:solidFill>
                <a:latin typeface="+mj-lt"/>
                <a:cs typeface="Poppins" pitchFamily="2" charset="77"/>
              </a:defRPr>
            </a:lvl1pPr>
          </a:lstStyle>
          <a:p>
            <a:pPr lvl="0"/>
            <a:r>
              <a:rPr lang="en-US" dirty="0"/>
              <a:t>##%</a:t>
            </a:r>
          </a:p>
        </p:txBody>
      </p:sp>
      <p:sp>
        <p:nvSpPr>
          <p:cNvPr id="5" name="Slide Number Placeholder 4">
            <a:extLst>
              <a:ext uri="{FF2B5EF4-FFF2-40B4-BE49-F238E27FC236}">
                <a16:creationId xmlns:a16="http://schemas.microsoft.com/office/drawing/2014/main" id="{F593D60A-2641-9137-7CFC-67D963578820}"/>
              </a:ext>
            </a:extLst>
          </p:cNvPr>
          <p:cNvSpPr>
            <a:spLocks noGrp="1"/>
          </p:cNvSpPr>
          <p:nvPr>
            <p:ph type="sldNum" sz="quarter" idx="15"/>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7F79D38F-DE10-E2BB-5C22-9A8C0781F150}"/>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42901470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889898" y="1318437"/>
            <a:ext cx="4368688" cy="4747413"/>
          </a:xfrm>
        </p:spPr>
        <p:txBody>
          <a:bodyPr anchor="b" anchorCtr="0">
            <a:normAutofit/>
          </a:bodyPr>
          <a:lstStyle>
            <a:lvl1pPr algn="r">
              <a:lnSpc>
                <a:spcPct val="110000"/>
              </a:lnSpc>
              <a:defRPr sz="2000" b="0" i="0" cap="none" spc="0" baseline="0">
                <a:solidFill>
                  <a:schemeClr val="tx1"/>
                </a:solidFill>
                <a:latin typeface="+mn-lt"/>
                <a:cs typeface="Poppins Light" pitchFamily="2" charset="77"/>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777240" y="1318437"/>
            <a:ext cx="5318760" cy="5335420"/>
          </a:xfrm>
        </p:spPr>
        <p:txBody>
          <a:bodyPr anchor="b">
            <a:normAutofit/>
          </a:bodyPr>
          <a:lstStyle>
            <a:lvl1pPr marL="0" indent="0" algn="l">
              <a:lnSpc>
                <a:spcPct val="90000"/>
              </a:lnSpc>
              <a:buNone/>
              <a:defRPr sz="17500" b="1">
                <a:solidFill>
                  <a:schemeClr val="tx1"/>
                </a:solidFill>
                <a:latin typeface="+mj-lt"/>
                <a:cs typeface="Poppins" pitchFamily="2" charset="77"/>
              </a:defRPr>
            </a:lvl1pPr>
          </a:lstStyle>
          <a:p>
            <a:pPr lvl="0"/>
            <a:r>
              <a:rPr lang="en-US" dirty="0"/>
              <a:t>##%</a:t>
            </a:r>
          </a:p>
        </p:txBody>
      </p:sp>
      <p:pic>
        <p:nvPicPr>
          <p:cNvPr id="3" name="Graphic 2">
            <a:extLst>
              <a:ext uri="{FF2B5EF4-FFF2-40B4-BE49-F238E27FC236}">
                <a16:creationId xmlns:a16="http://schemas.microsoft.com/office/drawing/2014/main" id="{F17F8DEA-3543-B752-B9E3-AC000CAB4672}"/>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177710" y="676656"/>
            <a:ext cx="36576" cy="521208"/>
          </a:xfrm>
          <a:prstGeom prst="rect">
            <a:avLst/>
          </a:prstGeom>
        </p:spPr>
      </p:pic>
      <p:sp>
        <p:nvSpPr>
          <p:cNvPr id="4" name="Footer Placeholder 3">
            <a:extLst>
              <a:ext uri="{FF2B5EF4-FFF2-40B4-BE49-F238E27FC236}">
                <a16:creationId xmlns:a16="http://schemas.microsoft.com/office/drawing/2014/main" id="{67F2F7EA-5D69-7C1B-CCA8-B001A58AE38D}"/>
              </a:ext>
            </a:extLst>
          </p:cNvPr>
          <p:cNvSpPr>
            <a:spLocks noGrp="1"/>
          </p:cNvSpPr>
          <p:nvPr>
            <p:ph type="ftr" sz="quarter" idx="14"/>
          </p:nvPr>
        </p:nvSpPr>
        <p:spPr>
          <a:xfrm>
            <a:off x="8869680" y="722163"/>
            <a:ext cx="1845772" cy="365125"/>
          </a:xfrm>
        </p:spPr>
        <p:txBody>
          <a:bodyPr/>
          <a:lstStyle>
            <a:lvl1pPr algn="r">
              <a:defRPr/>
            </a:lvl1pPr>
          </a:lstStyle>
          <a:p>
            <a:endParaRPr lang="en-US" dirty="0"/>
          </a:p>
        </p:txBody>
      </p:sp>
      <p:sp>
        <p:nvSpPr>
          <p:cNvPr id="5" name="Slide Number Placeholder 4">
            <a:extLst>
              <a:ext uri="{FF2B5EF4-FFF2-40B4-BE49-F238E27FC236}">
                <a16:creationId xmlns:a16="http://schemas.microsoft.com/office/drawing/2014/main" id="{3B75CC0F-ADA3-ABFA-0894-792752304D3D}"/>
              </a:ext>
            </a:extLst>
          </p:cNvPr>
          <p:cNvSpPr>
            <a:spLocks noGrp="1"/>
          </p:cNvSpPr>
          <p:nvPr>
            <p:ph type="sldNum" sz="quarter" idx="15"/>
          </p:nvPr>
        </p:nvSpPr>
        <p:spPr>
          <a:xfrm>
            <a:off x="10936224" y="722163"/>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745525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617F66D-47D7-5FE5-3A3F-34A22FF6A160}"/>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6077712" y="5660464"/>
            <a:ext cx="36576" cy="521208"/>
          </a:xfrm>
          <a:prstGeom prst="rect">
            <a:avLst/>
          </a:prstGeom>
        </p:spPr>
      </p:pic>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000" b="0" i="0" cap="none" spc="0" baseline="0">
                <a:solidFill>
                  <a:schemeClr val="tx1"/>
                </a:solidFill>
                <a:latin typeface="+mn-lt"/>
                <a:cs typeface="Poppins Light" pitchFamily="2" charset="77"/>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558436"/>
            <a:ext cx="10543032" cy="4206240"/>
          </a:xfrm>
        </p:spPr>
        <p:txBody>
          <a:bodyPr anchor="b">
            <a:normAutofit/>
          </a:bodyPr>
          <a:lstStyle>
            <a:lvl1pPr marL="0" indent="0" algn="ctr">
              <a:lnSpc>
                <a:spcPct val="90000"/>
              </a:lnSpc>
              <a:buNone/>
              <a:defRPr sz="23200" b="1">
                <a:solidFill>
                  <a:schemeClr val="tx1"/>
                </a:solidFill>
                <a:latin typeface="+mj-lt"/>
                <a:cs typeface="Poppins" pitchFamily="2" charset="77"/>
              </a:defRPr>
            </a:lvl1pPr>
          </a:lstStyle>
          <a:p>
            <a:pPr lvl="0"/>
            <a:r>
              <a:rPr lang="en-US"/>
              <a:t>##%</a:t>
            </a:r>
          </a:p>
        </p:txBody>
      </p:sp>
    </p:spTree>
    <p:extLst>
      <p:ext uri="{BB962C8B-B14F-4D97-AF65-F5344CB8AC3E}">
        <p14:creationId xmlns:p14="http://schemas.microsoft.com/office/powerpoint/2010/main" val="118402318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pic>
        <p:nvPicPr>
          <p:cNvPr id="3" name="Graphic 2">
            <a:extLst>
              <a:ext uri="{FF2B5EF4-FFF2-40B4-BE49-F238E27FC236}">
                <a16:creationId xmlns:a16="http://schemas.microsoft.com/office/drawing/2014/main" id="{4B9366FF-A392-C240-F718-4B73E04621E0}"/>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6077712" y="5660464"/>
            <a:ext cx="36576" cy="521208"/>
          </a:xfrm>
          <a:prstGeom prst="rect">
            <a:avLst/>
          </a:prstGeom>
        </p:spPr>
      </p:pic>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62912" y="626364"/>
            <a:ext cx="8266176" cy="5605272"/>
          </a:xfrm>
        </p:spPr>
        <p:txBody>
          <a:bodyPr anchor="ctr">
            <a:noAutofit/>
          </a:bodyPr>
          <a:lstStyle>
            <a:lvl1pPr marL="0" indent="0" algn="ctr">
              <a:lnSpc>
                <a:spcPct val="100000"/>
              </a:lnSpc>
              <a:buNone/>
              <a:defRPr sz="4000" b="1" i="0" cap="all" spc="50" baseline="0">
                <a:latin typeface="+mj-lt"/>
                <a:cs typeface="Poppins" pitchFamily="2" charset="77"/>
              </a:defRPr>
            </a:lvl1pPr>
            <a:lvl2pPr marL="228600" indent="0" algn="ctr">
              <a:lnSpc>
                <a:spcPct val="100000"/>
              </a:lnSpc>
              <a:buNone/>
              <a:defRPr sz="3600" b="1" i="0" cap="all" spc="50" baseline="0">
                <a:latin typeface="+mj-lt"/>
                <a:cs typeface="Poppins" pitchFamily="2" charset="77"/>
              </a:defRPr>
            </a:lvl2pPr>
            <a:lvl3pPr marL="457200" indent="0" algn="ctr">
              <a:lnSpc>
                <a:spcPct val="100000"/>
              </a:lnSpc>
              <a:buNone/>
              <a:defRPr sz="3200" b="1" i="0" cap="all" spc="50" baseline="0">
                <a:latin typeface="+mj-lt"/>
                <a:cs typeface="Poppins" pitchFamily="2" charset="77"/>
              </a:defRPr>
            </a:lvl3pPr>
            <a:lvl4pPr marL="685800" indent="0" algn="ctr">
              <a:lnSpc>
                <a:spcPct val="100000"/>
              </a:lnSpc>
              <a:buNone/>
              <a:defRPr sz="2800" b="1" i="0" cap="all" spc="50" baseline="0">
                <a:latin typeface="+mj-lt"/>
                <a:cs typeface="Poppins" pitchFamily="2" charset="77"/>
              </a:defRPr>
            </a:lvl4pPr>
            <a:lvl5pPr marL="914400" indent="0" algn="ctr">
              <a:lnSpc>
                <a:spcPct val="100000"/>
              </a:lnSpc>
              <a:buNone/>
              <a:defRPr sz="2400" b="1" i="0" cap="all" spc="50" baseline="0">
                <a:latin typeface="+mj-lt"/>
                <a:cs typeface="Poppins" pitchFamily="2" charset="7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325147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520A179-8E3E-2B95-A97F-C68296952939}"/>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28148" y="921438"/>
            <a:ext cx="36576" cy="521208"/>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813816" y="1996848"/>
            <a:ext cx="8266176" cy="4142232"/>
          </a:xfrm>
        </p:spPr>
        <p:txBody>
          <a:bodyPr anchor="b">
            <a:noAutofit/>
          </a:bodyPr>
          <a:lstStyle>
            <a:lvl1pPr marL="0" indent="0">
              <a:lnSpc>
                <a:spcPct val="100000"/>
              </a:lnSpc>
              <a:buNone/>
              <a:defRPr sz="4000" b="1" i="0" cap="all" spc="50" baseline="0">
                <a:latin typeface="+mj-lt"/>
                <a:cs typeface="Poppins" pitchFamily="2" charset="77"/>
              </a:defRPr>
            </a:lvl1pPr>
            <a:lvl2pPr marL="228600" indent="0">
              <a:lnSpc>
                <a:spcPct val="100000"/>
              </a:lnSpc>
              <a:buNone/>
              <a:defRPr sz="3200" b="1" i="0" cap="all" spc="50" baseline="0">
                <a:latin typeface="+mj-lt"/>
                <a:cs typeface="Poppins" pitchFamily="2" charset="77"/>
              </a:defRPr>
            </a:lvl2pPr>
            <a:lvl3pPr marL="457200" indent="0">
              <a:lnSpc>
                <a:spcPct val="100000"/>
              </a:lnSpc>
              <a:buNone/>
              <a:defRPr sz="2800" b="1" i="0" cap="all" spc="50" baseline="0">
                <a:latin typeface="+mj-lt"/>
                <a:cs typeface="Poppins" pitchFamily="2" charset="77"/>
              </a:defRPr>
            </a:lvl3pPr>
            <a:lvl4pPr marL="685800" indent="0">
              <a:lnSpc>
                <a:spcPct val="100000"/>
              </a:lnSpc>
              <a:buNone/>
              <a:defRPr sz="2400" b="1" i="0" cap="all" spc="50" baseline="0">
                <a:latin typeface="+mj-lt"/>
                <a:cs typeface="Poppins" pitchFamily="2" charset="77"/>
              </a:defRPr>
            </a:lvl4pPr>
            <a:lvl5pPr marL="914400" indent="0">
              <a:lnSpc>
                <a:spcPct val="100000"/>
              </a:lnSpc>
              <a:buNone/>
              <a:defRPr sz="2000" b="1" i="0" cap="all" spc="50" baseline="0">
                <a:latin typeface="+mj-lt"/>
                <a:cs typeface="Poppins" pitchFamily="2" charset="7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449345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824681" y="760672"/>
            <a:ext cx="8266176" cy="5605272"/>
          </a:xfrm>
        </p:spPr>
        <p:txBody>
          <a:bodyPr anchor="t">
            <a:noAutofit/>
          </a:bodyPr>
          <a:lstStyle>
            <a:lvl1pPr marL="0" indent="0">
              <a:lnSpc>
                <a:spcPct val="100000"/>
              </a:lnSpc>
              <a:buNone/>
              <a:defRPr sz="4000" b="1" i="0" cap="all" spc="50" baseline="0">
                <a:latin typeface="+mj-lt"/>
                <a:cs typeface="Poppins" pitchFamily="2" charset="77"/>
              </a:defRPr>
            </a:lvl1pPr>
            <a:lvl2pPr marL="228600" indent="0">
              <a:lnSpc>
                <a:spcPct val="100000"/>
              </a:lnSpc>
              <a:buNone/>
              <a:defRPr sz="3200" b="1" i="0" cap="all" spc="50" baseline="0">
                <a:latin typeface="+mj-lt"/>
                <a:cs typeface="Poppins" pitchFamily="2" charset="77"/>
              </a:defRPr>
            </a:lvl2pPr>
            <a:lvl3pPr marL="457200" indent="0">
              <a:lnSpc>
                <a:spcPct val="100000"/>
              </a:lnSpc>
              <a:buNone/>
              <a:defRPr sz="2800" b="1" i="0" cap="all" spc="50" baseline="0">
                <a:latin typeface="+mj-lt"/>
                <a:cs typeface="Poppins" pitchFamily="2" charset="77"/>
              </a:defRPr>
            </a:lvl3pPr>
            <a:lvl4pPr marL="685800" indent="0">
              <a:lnSpc>
                <a:spcPct val="100000"/>
              </a:lnSpc>
              <a:buNone/>
              <a:defRPr sz="2400" b="1" i="0" cap="all" spc="50" baseline="0">
                <a:latin typeface="+mj-lt"/>
                <a:cs typeface="Poppins" pitchFamily="2" charset="77"/>
              </a:defRPr>
            </a:lvl4pPr>
            <a:lvl5pPr marL="914400" indent="0">
              <a:lnSpc>
                <a:spcPct val="100000"/>
              </a:lnSpc>
              <a:buNone/>
              <a:defRPr sz="2000" b="1" i="0" cap="all" spc="50" baseline="0">
                <a:latin typeface="+mj-lt"/>
                <a:cs typeface="Poppins" pitchFamily="2" charset="7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Graphic 2">
            <a:extLst>
              <a:ext uri="{FF2B5EF4-FFF2-40B4-BE49-F238E27FC236}">
                <a16:creationId xmlns:a16="http://schemas.microsoft.com/office/drawing/2014/main" id="{94584083-25C0-4BCD-77BF-0F4B50C89CEC}"/>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0986884" y="676656"/>
            <a:ext cx="36576" cy="521208"/>
          </a:xfrm>
          <a:prstGeom prst="rect">
            <a:avLst/>
          </a:prstGeom>
        </p:spPr>
      </p:pic>
      <p:sp>
        <p:nvSpPr>
          <p:cNvPr id="4" name="Footer Placeholder 3">
            <a:extLst>
              <a:ext uri="{FF2B5EF4-FFF2-40B4-BE49-F238E27FC236}">
                <a16:creationId xmlns:a16="http://schemas.microsoft.com/office/drawing/2014/main" id="{74F9D7C9-2DBC-E12A-4A0F-59AD76DB1119}"/>
              </a:ext>
            </a:extLst>
          </p:cNvPr>
          <p:cNvSpPr>
            <a:spLocks noGrp="1"/>
          </p:cNvSpPr>
          <p:nvPr>
            <p:ph type="ftr" sz="quarter" idx="14"/>
          </p:nvPr>
        </p:nvSpPr>
        <p:spPr>
          <a:xfrm>
            <a:off x="8869680" y="5717127"/>
            <a:ext cx="1845772" cy="365125"/>
          </a:xfrm>
        </p:spPr>
        <p:txBody>
          <a:bodyPr/>
          <a:lstStyle>
            <a:lvl1pPr algn="r">
              <a:defRPr/>
            </a:lvl1pPr>
          </a:lstStyle>
          <a:p>
            <a:endParaRPr lang="en-US" dirty="0"/>
          </a:p>
        </p:txBody>
      </p:sp>
      <p:sp>
        <p:nvSpPr>
          <p:cNvPr id="5" name="Slide Number Placeholder 4">
            <a:extLst>
              <a:ext uri="{FF2B5EF4-FFF2-40B4-BE49-F238E27FC236}">
                <a16:creationId xmlns:a16="http://schemas.microsoft.com/office/drawing/2014/main" id="{03A58948-847F-22CD-2AA2-CF3475976FFB}"/>
              </a:ext>
            </a:extLst>
          </p:cNvPr>
          <p:cNvSpPr>
            <a:spLocks noGrp="1"/>
          </p:cNvSpPr>
          <p:nvPr>
            <p:ph type="sldNum" sz="quarter" idx="15"/>
          </p:nvPr>
        </p:nvSpPr>
        <p:spPr>
          <a:xfrm>
            <a:off x="10936224" y="5714645"/>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491040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12600" y="5601041"/>
            <a:ext cx="8229600" cy="466344"/>
          </a:xfrm>
        </p:spPr>
        <p:txBody>
          <a:bodyPr anchor="ctr">
            <a:normAutofit/>
          </a:bodyPr>
          <a:lstStyle>
            <a:lvl1pPr>
              <a:lnSpc>
                <a:spcPct val="120000"/>
              </a:lnSpc>
              <a:defRPr sz="2000" b="0" i="0" cap="none" baseline="0">
                <a:solidFill>
                  <a:schemeClr val="tx1"/>
                </a:solidFill>
                <a:latin typeface="+mn-lt"/>
                <a:cs typeface="Poppins Light" pitchFamily="2" charset="77"/>
              </a:defRPr>
            </a:lvl1pPr>
          </a:lstStyle>
          <a:p>
            <a:r>
              <a:rPr lang="en-US" dirty="0"/>
              <a:t>Quote Author</a:t>
            </a:r>
          </a:p>
        </p:txBody>
      </p:sp>
      <p:pic>
        <p:nvPicPr>
          <p:cNvPr id="3" name="Graphic 2">
            <a:extLst>
              <a:ext uri="{FF2B5EF4-FFF2-40B4-BE49-F238E27FC236}">
                <a16:creationId xmlns:a16="http://schemas.microsoft.com/office/drawing/2014/main" id="{8025C941-1D26-5955-DC05-31D96A1D00E3}"/>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rot="16200000">
            <a:off x="10983213" y="5660464"/>
            <a:ext cx="36576" cy="521208"/>
          </a:xfrm>
          <a:prstGeom prst="rect">
            <a:avLst/>
          </a:prstGeom>
        </p:spPr>
      </p:pic>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792280" y="776028"/>
            <a:ext cx="8229600" cy="4572000"/>
          </a:xfrm>
        </p:spPr>
        <p:txBody>
          <a:bodyPr anchor="t" anchorCtr="0">
            <a:normAutofit/>
          </a:bodyPr>
          <a:lstStyle>
            <a:lvl1pPr marL="164592" indent="-164592">
              <a:lnSpc>
                <a:spcPct val="100000"/>
              </a:lnSpc>
              <a:spcBef>
                <a:spcPts val="0"/>
              </a:spcBef>
              <a:buNone/>
              <a:defRPr sz="4000" b="1" cap="all" spc="50" baseline="0">
                <a:latin typeface="+mj-lt"/>
                <a:cs typeface="Poppins" pitchFamily="2" charset="77"/>
              </a:defRPr>
            </a:lvl1pPr>
          </a:lstStyle>
          <a:p>
            <a:pPr lvl="0"/>
            <a:r>
              <a:rPr lang="en-US" dirty="0"/>
              <a:t>Click to add Quote</a:t>
            </a:r>
          </a:p>
        </p:txBody>
      </p:sp>
    </p:spTree>
    <p:extLst>
      <p:ext uri="{BB962C8B-B14F-4D97-AF65-F5344CB8AC3E}">
        <p14:creationId xmlns:p14="http://schemas.microsoft.com/office/powerpoint/2010/main" val="33795346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802977"/>
            <a:ext cx="9043416" cy="466344"/>
          </a:xfrm>
        </p:spPr>
        <p:txBody>
          <a:bodyPr anchor="ctr">
            <a:normAutofit/>
          </a:bodyPr>
          <a:lstStyle>
            <a:lvl1pPr>
              <a:lnSpc>
                <a:spcPct val="120000"/>
              </a:lnSpc>
              <a:defRPr sz="2000" b="0" i="0" cap="none" spc="0" baseline="0">
                <a:solidFill>
                  <a:schemeClr val="tx1"/>
                </a:solidFill>
                <a:latin typeface="+mn-lt"/>
                <a:cs typeface="Poppins Light" pitchFamily="2" charset="77"/>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b="1" i="0" cap="all" spc="50" baseline="0">
                <a:latin typeface="+mj-lt"/>
                <a:cs typeface="Poppins" pitchFamily="2" charset="77"/>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79537492"/>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444" y="4572000"/>
            <a:ext cx="8805672" cy="466344"/>
          </a:xfrm>
        </p:spPr>
        <p:txBody>
          <a:bodyPr anchor="ctr">
            <a:normAutofit/>
          </a:bodyPr>
          <a:lstStyle>
            <a:lvl1pPr>
              <a:lnSpc>
                <a:spcPct val="120000"/>
              </a:lnSpc>
              <a:defRPr sz="2000" b="0" i="0" cap="none" spc="0" baseline="0">
                <a:solidFill>
                  <a:schemeClr val="tx1"/>
                </a:solidFill>
                <a:latin typeface="+mn-lt"/>
                <a:cs typeface="Poppins Light" pitchFamily="2" charset="77"/>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7720" y="944880"/>
            <a:ext cx="8961120" cy="3474720"/>
          </a:xfrm>
        </p:spPr>
        <p:txBody>
          <a:bodyPr anchor="ctr">
            <a:normAutofit/>
          </a:bodyPr>
          <a:lstStyle>
            <a:lvl1pPr marL="164592" indent="-164592">
              <a:lnSpc>
                <a:spcPct val="100000"/>
              </a:lnSpc>
              <a:spcBef>
                <a:spcPts val="0"/>
              </a:spcBef>
              <a:buNone/>
              <a:defRPr sz="4200" b="1" i="0" cap="all" spc="50" baseline="0">
                <a:latin typeface="+mj-lt"/>
                <a:cs typeface="Poppins" pitchFamily="2" charset="77"/>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2877286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9723" y="829551"/>
            <a:ext cx="10741152" cy="1132258"/>
          </a:xfrm>
        </p:spPr>
        <p:txBody>
          <a:body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30476" y="457200"/>
            <a:ext cx="429207" cy="365125"/>
          </a:xfrm>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90553" y="457200"/>
            <a:ext cx="1845772" cy="365125"/>
          </a:xfrm>
        </p:spPr>
        <p:txBody>
          <a:bodyPr/>
          <a:lstStyle/>
          <a:p>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09723" y="1980371"/>
            <a:ext cx="5181600" cy="4351338"/>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369148" y="1980371"/>
            <a:ext cx="5181600" cy="4351338"/>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588687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2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 y="1615443"/>
            <a:ext cx="3437583" cy="4099202"/>
          </a:xfrm>
        </p:spPr>
        <p:txBody>
          <a:bodyPr>
            <a:normAutofit/>
          </a:bodyPr>
          <a:lstStyle>
            <a:lvl1pPr>
              <a:defRPr sz="32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7FBFB58-BD7D-0E9B-7D02-1BE0CDCEA434}"/>
              </a:ext>
            </a:extLst>
          </p:cNvPr>
          <p:cNvSpPr>
            <a:spLocks noGrp="1"/>
          </p:cNvSpPr>
          <p:nvPr>
            <p:ph type="pic" sz="quarter" idx="15"/>
          </p:nvPr>
        </p:nvSpPr>
        <p:spPr>
          <a:xfrm>
            <a:off x="0" y="0"/>
            <a:ext cx="12192000" cy="972457"/>
          </a:xfrm>
          <a:blipFill dpi="0" rotWithShape="1">
            <a:blip r:embed="rId2">
              <a:alphaModFix amt="60000"/>
            </a:blip>
            <a:srcRect/>
            <a:stretch>
              <a:fillRect l="1" t="1" r="-5" b="-482"/>
            </a:stretch>
          </a:blipFill>
        </p:spPr>
        <p:txBody>
          <a:bodyPr/>
          <a:lstStyle/>
          <a:p>
            <a:r>
              <a:rPr lang="en-US"/>
              <a:t>Click icon to add picture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151840" y="1615442"/>
            <a:ext cx="6119865" cy="2011680"/>
          </a:xfrm>
        </p:spPr>
        <p:txBody>
          <a:bodyPr>
            <a:normAutofit/>
          </a:bodyPr>
          <a:lstStyle>
            <a:lvl1pPr marL="0" indent="0">
              <a:lnSpc>
                <a:spcPct val="90000"/>
              </a:lnSpc>
              <a:buNone/>
              <a:defRPr sz="1800"/>
            </a:lvl1pPr>
            <a:lvl2pPr marL="228600" indent="0">
              <a:lnSpc>
                <a:spcPct val="90000"/>
              </a:lnSpc>
              <a:buNone/>
              <a:defRPr sz="1600"/>
            </a:lvl2pPr>
            <a:lvl3pPr marL="457200" indent="0">
              <a:lnSpc>
                <a:spcPct val="90000"/>
              </a:lnSpc>
              <a:buNone/>
              <a:defRPr sz="1400"/>
            </a:lvl3pPr>
            <a:lvl4pPr marL="685800" indent="0">
              <a:lnSpc>
                <a:spcPct val="90000"/>
              </a:lnSpc>
              <a:buNone/>
              <a:defRPr sz="1200"/>
            </a:lvl4pPr>
            <a:lvl5pPr marL="914400" indent="0">
              <a:lnSpc>
                <a:spcPct val="90000"/>
              </a:lnSpc>
              <a:buNone/>
              <a:defRPr sz="1100"/>
            </a:lvl5pPr>
          </a:lstStyle>
          <a:p>
            <a:pPr lvl="0"/>
            <a:r>
              <a:rPr lang="en-US"/>
              <a:t>Click to edit Master text styles</a:t>
            </a:r>
          </a:p>
          <a:p>
            <a:pPr lvl="1"/>
            <a:r>
              <a:rPr lang="en-US"/>
              <a:t>Second level</a:t>
            </a:r>
          </a:p>
          <a:p>
            <a:pPr lvl="2"/>
            <a:r>
              <a:rPr lang="en-US"/>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5148775" y="3945380"/>
            <a:ext cx="6119865" cy="2011680"/>
          </a:xfrm>
        </p:spPr>
        <p:txBody>
          <a:bodyPr>
            <a:normAutofit/>
          </a:bodyPr>
          <a:lstStyle>
            <a:lvl1pPr marL="0" indent="0">
              <a:lnSpc>
                <a:spcPct val="90000"/>
              </a:lnSpc>
              <a:buNone/>
              <a:defRPr sz="1800"/>
            </a:lvl1pPr>
            <a:lvl2pPr marL="228600" indent="0">
              <a:lnSpc>
                <a:spcPct val="90000"/>
              </a:lnSpc>
              <a:buNone/>
              <a:defRPr sz="1600"/>
            </a:lvl2pPr>
            <a:lvl3pPr marL="457200" indent="0">
              <a:lnSpc>
                <a:spcPct val="90000"/>
              </a:lnSpc>
              <a:buNone/>
              <a:defRPr sz="1400"/>
            </a:lvl3pPr>
            <a:lvl4pPr marL="685800" indent="0">
              <a:lnSpc>
                <a:spcPct val="90000"/>
              </a:lnSpc>
              <a:buNone/>
              <a:defRPr sz="1200"/>
            </a:lvl4pPr>
            <a:lvl5pPr marL="914400" indent="0">
              <a:lnSpc>
                <a:spcPct val="90000"/>
              </a:lnSpc>
              <a:buNone/>
              <a:defRPr sz="11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30476" y="5943600"/>
            <a:ext cx="429207" cy="365125"/>
          </a:xfrm>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90553" y="5943600"/>
            <a:ext cx="1845772" cy="365125"/>
          </a:xfrm>
        </p:spPr>
        <p:txBody>
          <a:bodyPr/>
          <a:lstStyle/>
          <a:p>
            <a:endParaRPr lang="en-US" dirty="0"/>
          </a:p>
        </p:txBody>
      </p:sp>
    </p:spTree>
    <p:extLst>
      <p:ext uri="{BB962C8B-B14F-4D97-AF65-F5344CB8AC3E}">
        <p14:creationId xmlns:p14="http://schemas.microsoft.com/office/powerpoint/2010/main" val="40923887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09625" y="830733"/>
            <a:ext cx="10439463" cy="1143292"/>
          </a:xfrm>
        </p:spPr>
        <p:txBody>
          <a:bodyPr/>
          <a:lstStyle/>
          <a:p>
            <a:r>
              <a:rPr lang="en-US"/>
              <a:t>Click to edit Master title style</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830476" y="457200"/>
            <a:ext cx="429207" cy="365125"/>
          </a:xfrm>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1490553" y="457200"/>
            <a:ext cx="1845772" cy="365125"/>
          </a:xfrm>
        </p:spPr>
        <p:txBody>
          <a:bodyPr/>
          <a:lstStyle/>
          <a:p>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09625" y="2007011"/>
            <a:ext cx="4937760" cy="559834"/>
          </a:xfrm>
        </p:spPr>
        <p:txBody>
          <a:bodyPr anchor="b">
            <a:normAutofit/>
          </a:bodyPr>
          <a:lstStyle>
            <a:lvl1pPr marL="0" indent="0">
              <a:lnSpc>
                <a:spcPct val="90000"/>
              </a:lnSpc>
              <a:buNone/>
              <a:defRPr sz="2000" b="1" i="0" cap="all" baseline="0">
                <a:latin typeface="Poppins" pitchFamily="2" charset="77"/>
                <a:cs typeface="Poppi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30246" y="2007011"/>
            <a:ext cx="4937760" cy="559834"/>
          </a:xfrm>
        </p:spPr>
        <p:txBody>
          <a:bodyPr anchor="b">
            <a:normAutofit/>
          </a:bodyPr>
          <a:lstStyle>
            <a:lvl1pPr marL="0" indent="0">
              <a:lnSpc>
                <a:spcPct val="90000"/>
              </a:lnSpc>
              <a:buNone/>
              <a:defRPr sz="2000" b="1" i="0" cap="all" baseline="0">
                <a:latin typeface="Poppins" pitchFamily="2" charset="77"/>
                <a:cs typeface="Poppi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09625" y="2708876"/>
            <a:ext cx="4937760" cy="3763963"/>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330246" y="2708876"/>
            <a:ext cx="4937760" cy="3763963"/>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6720123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516938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8268831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13816" y="847531"/>
            <a:ext cx="3595634" cy="1757505"/>
          </a:xfrm>
        </p:spPr>
        <p:txBody>
          <a:bodyPr anchor="t">
            <a:normAutofit/>
          </a:bodyPr>
          <a:lstStyle>
            <a:lvl1pPr>
              <a:defRPr sz="2800"/>
            </a:lvl1pPr>
          </a:lstStyle>
          <a:p>
            <a:r>
              <a:rPr lang="en-US"/>
              <a:t>Click to edit Master title style</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830476" y="457200"/>
            <a:ext cx="429207" cy="365125"/>
          </a:xfrm>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1490553" y="457200"/>
            <a:ext cx="1845772" cy="365125"/>
          </a:xfrm>
        </p:spPr>
        <p:txBody>
          <a:bodyPr/>
          <a:lstStyle/>
          <a:p>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13816" y="2605036"/>
            <a:ext cx="3595634" cy="3993263"/>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13868" y="842371"/>
            <a:ext cx="6440258" cy="5755109"/>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6716125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13816" y="894666"/>
            <a:ext cx="3595634" cy="221231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3816" y="3163019"/>
            <a:ext cx="3585586" cy="3434638"/>
          </a:xfrm>
        </p:spPr>
        <p:txBody>
          <a:bodyPr anchor="t" anchorCtr="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589154" y="894665"/>
            <a:ext cx="5685399" cy="5039969"/>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869680" y="5934634"/>
            <a:ext cx="1845772" cy="365125"/>
          </a:xfrm>
        </p:spPr>
        <p:txBody>
          <a:bodyPr/>
          <a:lstStyle>
            <a:lvl1pPr algn="r">
              <a:defRPr/>
            </a:lvl1p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0936224" y="5943600"/>
            <a:ext cx="429207" cy="365125"/>
          </a:xfrm>
        </p:spPr>
        <p:txBody>
          <a:bodyPr/>
          <a:lstStyle>
            <a:lvl1pPr algn="r">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3519554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5390" y="826903"/>
            <a:ext cx="7342307" cy="1133856"/>
          </a:xfrm>
        </p:spPr>
        <p:txBody>
          <a:bodyPr anchor="t" anchorCtr="0">
            <a:noAutofit/>
          </a:bodyPr>
          <a:lstStyle>
            <a:lvl1pPr algn="l">
              <a:defRPr sz="320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30476" y="457200"/>
            <a:ext cx="429207" cy="365125"/>
          </a:xfrm>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490553" y="457200"/>
            <a:ext cx="1845772" cy="365125"/>
          </a:xfrm>
        </p:spPr>
        <p:txBody>
          <a:bodyPr/>
          <a:lstStyle/>
          <a:p>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15390" y="1996874"/>
            <a:ext cx="10467653" cy="2743200"/>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3" name="Picture Placeholder 10">
            <a:extLst>
              <a:ext uri="{FF2B5EF4-FFF2-40B4-BE49-F238E27FC236}">
                <a16:creationId xmlns:a16="http://schemas.microsoft.com/office/drawing/2014/main" id="{F099A399-8358-4832-8F28-17D6ED3E7425}"/>
              </a:ext>
            </a:extLst>
          </p:cNvPr>
          <p:cNvSpPr>
            <a:spLocks noGrp="1"/>
          </p:cNvSpPr>
          <p:nvPr>
            <p:ph type="pic" sz="quarter" idx="15"/>
          </p:nvPr>
        </p:nvSpPr>
        <p:spPr>
          <a:xfrm>
            <a:off x="0" y="5885543"/>
            <a:ext cx="12192000" cy="972457"/>
          </a:xfrm>
          <a:blipFill dpi="0" rotWithShape="1">
            <a:blip r:embed="rId2">
              <a:alphaModFix amt="60000"/>
            </a:blip>
            <a:srcRect/>
            <a:stretch>
              <a:fillRect l="1" t="1" r="-5" b="-482"/>
            </a:stretch>
          </a:blipFill>
        </p:spPr>
        <p:txBody>
          <a:bodyPr/>
          <a:lstStyle/>
          <a:p>
            <a:r>
              <a:rPr lang="en-US"/>
              <a:t>Click icon to add picture</a:t>
            </a:r>
            <a:endParaRPr lang="en-US" dirty="0"/>
          </a:p>
        </p:txBody>
      </p:sp>
    </p:spTree>
    <p:extLst>
      <p:ext uri="{BB962C8B-B14F-4D97-AF65-F5344CB8AC3E}">
        <p14:creationId xmlns:p14="http://schemas.microsoft.com/office/powerpoint/2010/main" val="1036967514"/>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3816" y="822648"/>
            <a:ext cx="8430767" cy="1842020"/>
          </a:xfrm>
        </p:spPr>
        <p:txBody>
          <a:bodyPr anchor="t" anchorCtr="0">
            <a:noAutofit/>
          </a:bodyPr>
          <a:lstStyle>
            <a:lvl1pPr>
              <a:defRPr sz="3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13816" y="2717420"/>
            <a:ext cx="8430639" cy="1279615"/>
          </a:xfrm>
        </p:spPr>
        <p:txBody>
          <a:bodyPr>
            <a:no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516513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3 Photo">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5390" y="826903"/>
            <a:ext cx="7342307" cy="1133856"/>
          </a:xfrm>
        </p:spPr>
        <p:txBody>
          <a:bodyPr anchor="t" anchorCtr="0">
            <a:noAutofit/>
          </a:bodyPr>
          <a:lstStyle>
            <a:lvl1pPr algn="l">
              <a:defRPr sz="320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30476" y="457200"/>
            <a:ext cx="429207" cy="365125"/>
          </a:xfrm>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490553" y="457200"/>
            <a:ext cx="1845772" cy="365125"/>
          </a:xfrm>
        </p:spPr>
        <p:txBody>
          <a:bodyPr/>
          <a:lstStyle/>
          <a:p>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15390" y="1993392"/>
            <a:ext cx="10467653" cy="1769533"/>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p:txBody>
      </p:sp>
      <p:sp>
        <p:nvSpPr>
          <p:cNvPr id="9" name="Picture Placeholder 10">
            <a:extLst>
              <a:ext uri="{FF2B5EF4-FFF2-40B4-BE49-F238E27FC236}">
                <a16:creationId xmlns:a16="http://schemas.microsoft.com/office/drawing/2014/main" id="{6274E4BF-A9CB-F772-DFA6-C511FFC5541A}"/>
              </a:ext>
            </a:extLst>
          </p:cNvPr>
          <p:cNvSpPr>
            <a:spLocks noGrp="1"/>
          </p:cNvSpPr>
          <p:nvPr>
            <p:ph type="pic" sz="quarter" idx="14"/>
          </p:nvPr>
        </p:nvSpPr>
        <p:spPr>
          <a:xfrm>
            <a:off x="1" y="4495800"/>
            <a:ext cx="12191999" cy="2362200"/>
          </a:xfrm>
          <a:blipFill dpi="0" rotWithShape="1">
            <a:blip r:embed="rId2">
              <a:alphaModFix amt="60000"/>
            </a:blip>
            <a:srcRect/>
            <a:stretch>
              <a:fillRect l="1" t="-200" r="-5" b="-346"/>
            </a:stretch>
          </a:blipFill>
        </p:spPr>
        <p:txBody>
          <a:bodyPr/>
          <a:lstStyle/>
          <a:p>
            <a:r>
              <a:rPr lang="en-US"/>
              <a:t>Click icon to add picture</a:t>
            </a:r>
            <a:endParaRPr lang="en-US" dirty="0"/>
          </a:p>
        </p:txBody>
      </p:sp>
    </p:spTree>
    <p:extLst>
      <p:ext uri="{BB962C8B-B14F-4D97-AF65-F5344CB8AC3E}">
        <p14:creationId xmlns:p14="http://schemas.microsoft.com/office/powerpoint/2010/main" val="260639389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816609" y="826658"/>
            <a:ext cx="10447125"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816609" y="1715532"/>
            <a:ext cx="10447125" cy="412519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30476" y="5714645"/>
            <a:ext cx="429207" cy="365125"/>
          </a:xfrm>
          <a:prstGeom prst="rect">
            <a:avLst/>
          </a:prstGeom>
        </p:spPr>
        <p:txBody>
          <a:bodyPr vert="horz" lIns="91440" tIns="45720" rIns="91440" bIns="45720" rtlCol="0" anchor="ctr"/>
          <a:lstStyle>
            <a:lvl1pPr algn="l">
              <a:defRPr sz="1200" b="0" i="0">
                <a:solidFill>
                  <a:schemeClr val="tx1"/>
                </a:solidFill>
                <a:latin typeface="+mn-lt"/>
                <a:cs typeface="Poppins Light" pitchFamily="2" charset="77"/>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90553" y="5717127"/>
            <a:ext cx="1845772" cy="365125"/>
          </a:xfrm>
          <a:prstGeom prst="rect">
            <a:avLst/>
          </a:prstGeom>
        </p:spPr>
        <p:txBody>
          <a:bodyPr vert="horz" lIns="91440" tIns="45720" rIns="91440" bIns="45720" rtlCol="0" anchor="ctr"/>
          <a:lstStyle>
            <a:lvl1pPr algn="l">
              <a:defRPr sz="1200" b="0" i="0">
                <a:solidFill>
                  <a:schemeClr val="tx1"/>
                </a:solidFill>
                <a:latin typeface="+mn-lt"/>
                <a:cs typeface="Poppins Light" pitchFamily="2" charset="77"/>
              </a:defRPr>
            </a:lvl1pPr>
          </a:lstStyle>
          <a:p>
            <a:endParaRPr lang="en-US" dirty="0"/>
          </a:p>
        </p:txBody>
      </p:sp>
    </p:spTree>
    <p:extLst>
      <p:ext uri="{BB962C8B-B14F-4D97-AF65-F5344CB8AC3E}">
        <p14:creationId xmlns:p14="http://schemas.microsoft.com/office/powerpoint/2010/main" val="3754265272"/>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828" r:id="rId10"/>
    <p:sldLayoutId id="2147483780" r:id="rId11"/>
    <p:sldLayoutId id="2147483781" r:id="rId12"/>
    <p:sldLayoutId id="2147483826" r:id="rId13"/>
    <p:sldLayoutId id="2147483782" r:id="rId14"/>
    <p:sldLayoutId id="2147483783" r:id="rId15"/>
    <p:sldLayoutId id="2147483784" r:id="rId16"/>
    <p:sldLayoutId id="2147483785" r:id="rId17"/>
    <p:sldLayoutId id="2147483786" r:id="rId18"/>
    <p:sldLayoutId id="2147483787" r:id="rId19"/>
    <p:sldLayoutId id="2147483788" r:id="rId20"/>
    <p:sldLayoutId id="2147483789" r:id="rId21"/>
    <p:sldLayoutId id="2147483790" r:id="rId22"/>
    <p:sldLayoutId id="2147483827" r:id="rId23"/>
    <p:sldLayoutId id="2147483793" r:id="rId24"/>
    <p:sldLayoutId id="2147483794" r:id="rId25"/>
    <p:sldLayoutId id="2147483795" r:id="rId26"/>
    <p:sldLayoutId id="2147483796" r:id="rId27"/>
    <p:sldLayoutId id="2147483797" r:id="rId28"/>
    <p:sldLayoutId id="2147483798" r:id="rId29"/>
    <p:sldLayoutId id="2147483799" r:id="rId30"/>
    <p:sldLayoutId id="2147483800" r:id="rId31"/>
    <p:sldLayoutId id="2147483801" r:id="rId32"/>
    <p:sldLayoutId id="2147483802" r:id="rId33"/>
    <p:sldLayoutId id="2147483803" r:id="rId34"/>
    <p:sldLayoutId id="2147483804" r:id="rId35"/>
    <p:sldLayoutId id="2147483805" r:id="rId36"/>
    <p:sldLayoutId id="2147483806" r:id="rId37"/>
    <p:sldLayoutId id="2147483807" r:id="rId38"/>
    <p:sldLayoutId id="2147483808" r:id="rId39"/>
    <p:sldLayoutId id="2147483809" r:id="rId40"/>
    <p:sldLayoutId id="2147483810" r:id="rId41"/>
    <p:sldLayoutId id="2147483811" r:id="rId42"/>
    <p:sldLayoutId id="2147483812" r:id="rId43"/>
    <p:sldLayoutId id="2147483813" r:id="rId44"/>
    <p:sldLayoutId id="2147483814" r:id="rId45"/>
    <p:sldLayoutId id="2147483815" r:id="rId46"/>
    <p:sldLayoutId id="2147483816" r:id="rId47"/>
    <p:sldLayoutId id="2147483817" r:id="rId48"/>
    <p:sldLayoutId id="2147483818" r:id="rId49"/>
    <p:sldLayoutId id="2147483819" r:id="rId50"/>
    <p:sldLayoutId id="2147483820" r:id="rId51"/>
    <p:sldLayoutId id="2147483821" r:id="rId52"/>
    <p:sldLayoutId id="2147483822" r:id="rId53"/>
    <p:sldLayoutId id="2147483823" r:id="rId54"/>
    <p:sldLayoutId id="2147483825" r:id="rId55"/>
    <p:sldLayoutId id="2147483824" r:id="rId56"/>
  </p:sldLayoutIdLst>
  <p:hf sldNum="0" hdr="0" ftr="0" dt="0"/>
  <p:txStyles>
    <p:titleStyle>
      <a:lvl1pPr algn="l" defTabSz="914400" rtl="0" eaLnBrk="1" latinLnBrk="0" hangingPunct="1">
        <a:lnSpc>
          <a:spcPct val="90000"/>
        </a:lnSpc>
        <a:spcBef>
          <a:spcPct val="0"/>
        </a:spcBef>
        <a:buNone/>
        <a:defRPr sz="3600" b="1" kern="1200" cap="all" spc="50" baseline="0">
          <a:solidFill>
            <a:schemeClr val="tx1"/>
          </a:solidFill>
          <a:latin typeface="+mj-lt"/>
          <a:ea typeface="+mj-ea"/>
          <a:cs typeface="Poppins" pitchFamily="2" charset="77"/>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notesSlide" Target="../notesSlides/notesSlide3.xml"/><Relationship Id="rId16" Type="http://schemas.openxmlformats.org/officeDocument/2006/relationships/diagramColors" Target="../diagrams/colors4.xml"/><Relationship Id="rId1" Type="http://schemas.openxmlformats.org/officeDocument/2006/relationships/slideLayout" Target="../slideLayouts/slideLayout11.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hyperlink" Target="https://nvlpubs.nist.gov/nistpubs/Legacy/SP/nistspecialpublication800-86.pdf" TargetMode="External"/><Relationship Id="rId2" Type="http://schemas.openxmlformats.org/officeDocument/2006/relationships/image" Target="../media/image19.png"/><Relationship Id="rId1" Type="http://schemas.openxmlformats.org/officeDocument/2006/relationships/slideLayout" Target="../slideLayouts/slideLayout56.xml"/><Relationship Id="rId4" Type="http://schemas.openxmlformats.org/officeDocument/2006/relationships/hyperlink" Target="https://ldh.la.gov/assets/medicaid/hss/docs/NH/RootCauseForBeginners.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FBEB139-49D2-8D04-86D2-09C06D00D17B}"/>
              </a:ext>
            </a:extLst>
          </p:cNvPr>
          <p:cNvSpPr>
            <a:spLocks noGrp="1"/>
          </p:cNvSpPr>
          <p:nvPr>
            <p:ph type="ctrTitle"/>
          </p:nvPr>
        </p:nvSpPr>
        <p:spPr>
          <a:xfrm>
            <a:off x="817073" y="2920382"/>
            <a:ext cx="6675120" cy="2468880"/>
          </a:xfrm>
        </p:spPr>
        <p:txBody>
          <a:bodyPr>
            <a:normAutofit/>
          </a:bodyPr>
          <a:lstStyle/>
          <a:p>
            <a:r>
              <a:rPr lang="en-US" sz="3200" dirty="0"/>
              <a:t>Anatomy of Incident Response</a:t>
            </a:r>
            <a:br>
              <a:rPr lang="en-US" sz="3200" dirty="0"/>
            </a:br>
            <a:r>
              <a:rPr lang="en-US" sz="3200" dirty="0"/>
              <a:t>and Root Cause Analysis</a:t>
            </a:r>
          </a:p>
        </p:txBody>
      </p:sp>
      <p:sp>
        <p:nvSpPr>
          <p:cNvPr id="12" name="Subtitle 11">
            <a:extLst>
              <a:ext uri="{FF2B5EF4-FFF2-40B4-BE49-F238E27FC236}">
                <a16:creationId xmlns:a16="http://schemas.microsoft.com/office/drawing/2014/main" id="{FA8D9FA2-302E-0315-171F-48BC54215736}"/>
              </a:ext>
            </a:extLst>
          </p:cNvPr>
          <p:cNvSpPr>
            <a:spLocks noGrp="1"/>
          </p:cNvSpPr>
          <p:nvPr>
            <p:ph type="subTitle" idx="1"/>
          </p:nvPr>
        </p:nvSpPr>
        <p:spPr>
          <a:xfrm>
            <a:off x="817073" y="5413788"/>
            <a:ext cx="6675120" cy="640080"/>
          </a:xfrm>
        </p:spPr>
        <p:txBody>
          <a:bodyPr/>
          <a:lstStyle/>
          <a:p>
            <a:r>
              <a:rPr lang="en-US" dirty="0"/>
              <a:t>Presented by</a:t>
            </a:r>
          </a:p>
        </p:txBody>
      </p:sp>
      <p:pic>
        <p:nvPicPr>
          <p:cNvPr id="13" name="Picture Placeholder 12">
            <a:extLst>
              <a:ext uri="{FF2B5EF4-FFF2-40B4-BE49-F238E27FC236}">
                <a16:creationId xmlns:a16="http://schemas.microsoft.com/office/drawing/2014/main" id="{DD13310E-0FDB-12DC-3E02-ED0261ABAB3F}"/>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a:xfrm>
            <a:off x="7985125" y="0"/>
            <a:ext cx="4206875" cy="6858000"/>
          </a:xfrm>
        </p:spPr>
      </p:pic>
      <p:sp>
        <p:nvSpPr>
          <p:cNvPr id="2" name="Rectangle 1">
            <a:extLst>
              <a:ext uri="{FF2B5EF4-FFF2-40B4-BE49-F238E27FC236}">
                <a16:creationId xmlns:a16="http://schemas.microsoft.com/office/drawing/2014/main" id="{B807AF77-9E9A-8684-475A-51C77580A9A1}"/>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334291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70BCB1-1398-488A-AB5B-1A8A2227F923}"/>
              </a:ext>
            </a:extLst>
          </p:cNvPr>
          <p:cNvSpPr>
            <a:spLocks noGrp="1"/>
          </p:cNvSpPr>
          <p:nvPr>
            <p:ph type="title"/>
          </p:nvPr>
        </p:nvSpPr>
        <p:spPr>
          <a:xfrm>
            <a:off x="813816" y="1302209"/>
            <a:ext cx="5577962" cy="4807131"/>
          </a:xfrm>
        </p:spPr>
        <p:txBody>
          <a:bodyPr>
            <a:normAutofit/>
          </a:bodyPr>
          <a:lstStyle/>
          <a:p>
            <a:pPr algn="ctr"/>
            <a:r>
              <a:rPr lang="en-US" dirty="0"/>
              <a:t>Why incident response and forensics matter</a:t>
            </a:r>
            <a:endParaRPr lang="en-US" sz="1800" dirty="0">
              <a:latin typeface="+mn-lt"/>
            </a:endParaRPr>
          </a:p>
        </p:txBody>
      </p:sp>
      <p:sp>
        <p:nvSpPr>
          <p:cNvPr id="2" name="Content Placeholder 1">
            <a:extLst>
              <a:ext uri="{FF2B5EF4-FFF2-40B4-BE49-F238E27FC236}">
                <a16:creationId xmlns:a16="http://schemas.microsoft.com/office/drawing/2014/main" id="{8BE95F89-8477-A56E-8577-D59A3A670E4D}"/>
              </a:ext>
            </a:extLst>
          </p:cNvPr>
          <p:cNvSpPr>
            <a:spLocks noGrp="1"/>
          </p:cNvSpPr>
          <p:nvPr>
            <p:ph sz="quarter" idx="13"/>
          </p:nvPr>
        </p:nvSpPr>
        <p:spPr>
          <a:xfrm>
            <a:off x="7411808" y="1884121"/>
            <a:ext cx="3596952" cy="4151675"/>
          </a:xfrm>
        </p:spPr>
        <p:txBody>
          <a:bodyPr>
            <a:normAutofit fontScale="85000" lnSpcReduction="10000"/>
          </a:bodyPr>
          <a:lstStyle/>
          <a:p>
            <a:pPr marL="285750" indent="-285750">
              <a:buFont typeface="Arial" panose="020B0604020202020204" pitchFamily="34" charset="0"/>
              <a:buChar char="•"/>
            </a:pPr>
            <a:r>
              <a:rPr lang="en-US" u="sng" dirty="0"/>
              <a:t>Incident response </a:t>
            </a:r>
            <a:r>
              <a:rPr lang="en-US" dirty="0"/>
              <a:t>is the organized set of actions taken after a suspected cyber event is discovered.</a:t>
            </a:r>
          </a:p>
          <a:p>
            <a:pPr marL="285750" indent="-285750">
              <a:buFont typeface="Arial" panose="020B0604020202020204" pitchFamily="34" charset="0"/>
              <a:buChar char="•"/>
            </a:pPr>
            <a:r>
              <a:rPr lang="en-US" dirty="0"/>
              <a:t>Digital forensics turns computers, logs, and online records into evidence that can support decisions.</a:t>
            </a:r>
          </a:p>
          <a:p>
            <a:pPr marL="514350" lvl="1" indent="-285750">
              <a:buFont typeface="Wingdings" panose="05000000000000000000" pitchFamily="2" charset="2"/>
              <a:buChar char="Ø"/>
            </a:pPr>
            <a:r>
              <a:rPr lang="en-US" dirty="0"/>
              <a:t>It gives responders a trustworthy way to answer what happened, what evidence exists, and what to do next.</a:t>
            </a:r>
          </a:p>
          <a:p>
            <a:pPr marL="285750" indent="-285750">
              <a:buFont typeface="Arial" panose="020B0604020202020204" pitchFamily="34" charset="0"/>
              <a:buChar char="•"/>
            </a:pPr>
            <a:r>
              <a:rPr lang="en-US" u="sng" dirty="0"/>
              <a:t>Root cause analysis </a:t>
            </a:r>
            <a:r>
              <a:rPr lang="en-US" dirty="0"/>
              <a:t>looks beyond the immediate symptom to the weakness that made the incident possible.</a:t>
            </a:r>
          </a:p>
        </p:txBody>
      </p:sp>
      <p:pic>
        <p:nvPicPr>
          <p:cNvPr id="5" name="Picture 4">
            <a:extLst>
              <a:ext uri="{FF2B5EF4-FFF2-40B4-BE49-F238E27FC236}">
                <a16:creationId xmlns:a16="http://schemas.microsoft.com/office/drawing/2014/main" id="{DE304E0F-0027-A395-F399-D0BDA14B36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0165" y="1024367"/>
            <a:ext cx="3905263" cy="3905263"/>
          </a:xfrm>
          <a:prstGeom prst="rect">
            <a:avLst/>
          </a:prstGeom>
        </p:spPr>
      </p:pic>
      <p:sp>
        <p:nvSpPr>
          <p:cNvPr id="6" name="Rectangle 5">
            <a:extLst>
              <a:ext uri="{FF2B5EF4-FFF2-40B4-BE49-F238E27FC236}">
                <a16:creationId xmlns:a16="http://schemas.microsoft.com/office/drawing/2014/main" id="{7F7DDA8C-CF75-0BBE-B140-A4D65E245709}"/>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3793073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E61352-1920-1A62-43A4-937BFCA570DC}"/>
              </a:ext>
            </a:extLst>
          </p:cNvPr>
          <p:cNvSpPr>
            <a:spLocks noGrp="1"/>
          </p:cNvSpPr>
          <p:nvPr>
            <p:ph type="title"/>
          </p:nvPr>
        </p:nvSpPr>
        <p:spPr>
          <a:xfrm>
            <a:off x="809404" y="2385975"/>
            <a:ext cx="4325112" cy="2454796"/>
          </a:xfrm>
        </p:spPr>
        <p:txBody>
          <a:bodyPr/>
          <a:lstStyle/>
          <a:p>
            <a:pPr algn="ctr"/>
            <a:r>
              <a:rPr lang="en-US" sz="6000" dirty="0"/>
              <a:t>Fictional incident</a:t>
            </a:r>
            <a:br>
              <a:rPr lang="en-US" dirty="0"/>
            </a:br>
            <a:r>
              <a:rPr lang="en-US" sz="1800" dirty="0"/>
              <a:t>a school district data breach</a:t>
            </a:r>
          </a:p>
        </p:txBody>
      </p:sp>
      <p:sp>
        <p:nvSpPr>
          <p:cNvPr id="2" name="Content Placeholder 1">
            <a:extLst>
              <a:ext uri="{FF2B5EF4-FFF2-40B4-BE49-F238E27FC236}">
                <a16:creationId xmlns:a16="http://schemas.microsoft.com/office/drawing/2014/main" id="{BC1E19BD-5A90-6858-1019-900A42DDACD1}"/>
              </a:ext>
            </a:extLst>
          </p:cNvPr>
          <p:cNvSpPr>
            <a:spLocks noGrp="1"/>
          </p:cNvSpPr>
          <p:nvPr>
            <p:ph sz="quarter" idx="13"/>
          </p:nvPr>
        </p:nvSpPr>
        <p:spPr>
          <a:xfrm>
            <a:off x="5462698" y="1129297"/>
            <a:ext cx="6052458" cy="2723562"/>
          </a:xfrm>
        </p:spPr>
        <p:txBody>
          <a:bodyPr>
            <a:noAutofit/>
          </a:bodyPr>
          <a:lstStyle/>
          <a:p>
            <a:pPr marL="285750" indent="-285750">
              <a:buFont typeface="Arial" panose="020B0604020202020204" pitchFamily="34" charset="0"/>
              <a:buChar char="•"/>
            </a:pPr>
            <a:r>
              <a:rPr lang="en-US" sz="1500" dirty="0"/>
              <a:t>On Sunday night, the district’s technology monitoring system detects unusual login activity involving two teacher accounts accessing the student information system from an unfamiliar location. </a:t>
            </a:r>
          </a:p>
          <a:p>
            <a:pPr marL="285750" indent="-285750">
              <a:buFont typeface="Arial" panose="020B0604020202020204" pitchFamily="34" charset="0"/>
              <a:buChar char="•"/>
            </a:pPr>
            <a:r>
              <a:rPr lang="en-US" sz="1500" dirty="0"/>
              <a:t>Shortly afterward, system logs record a large export of student records, which is unusual because teachers typically access only limited student data. </a:t>
            </a:r>
          </a:p>
          <a:p>
            <a:pPr marL="285750" indent="-285750">
              <a:buFont typeface="Arial" panose="020B0604020202020204" pitchFamily="34" charset="0"/>
              <a:buChar char="•"/>
            </a:pPr>
            <a:r>
              <a:rPr lang="en-US" sz="1500" dirty="0"/>
              <a:t>By Monday morning, several teachers report unexpected changes in gradebook entries, and the help desk notices a sudden increase in password reset requests.</a:t>
            </a:r>
          </a:p>
        </p:txBody>
      </p:sp>
      <p:graphicFrame>
        <p:nvGraphicFramePr>
          <p:cNvPr id="4" name="Diagram 3">
            <a:extLst>
              <a:ext uri="{FF2B5EF4-FFF2-40B4-BE49-F238E27FC236}">
                <a16:creationId xmlns:a16="http://schemas.microsoft.com/office/drawing/2014/main" id="{DB6E97EA-CA5C-8B08-ACE1-961951C9D0AA}"/>
              </a:ext>
            </a:extLst>
          </p:cNvPr>
          <p:cNvGraphicFramePr/>
          <p:nvPr>
            <p:extLst>
              <p:ext uri="{D42A27DB-BD31-4B8C-83A1-F6EECF244321}">
                <p14:modId xmlns:p14="http://schemas.microsoft.com/office/powerpoint/2010/main" val="3709153709"/>
              </p:ext>
            </p:extLst>
          </p:nvPr>
        </p:nvGraphicFramePr>
        <p:xfrm>
          <a:off x="5287722" y="4125685"/>
          <a:ext cx="6402410" cy="25581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96376226-D9EB-5AF3-31F8-AA1E148DF0C9}"/>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2766970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17BAC-5F22-27D9-C3BC-98DB13CD9741}"/>
              </a:ext>
            </a:extLst>
          </p:cNvPr>
          <p:cNvSpPr>
            <a:spLocks noGrp="1"/>
          </p:cNvSpPr>
          <p:nvPr>
            <p:ph type="title"/>
          </p:nvPr>
        </p:nvSpPr>
        <p:spPr>
          <a:xfrm>
            <a:off x="813815" y="810063"/>
            <a:ext cx="9984813" cy="1554480"/>
          </a:xfrm>
        </p:spPr>
        <p:txBody>
          <a:bodyPr/>
          <a:lstStyle/>
          <a:p>
            <a:pPr algn="ctr"/>
            <a:r>
              <a:rPr lang="en-US" dirty="0"/>
              <a:t>Digital Forensics Investigation Steps</a:t>
            </a:r>
          </a:p>
        </p:txBody>
      </p:sp>
      <p:graphicFrame>
        <p:nvGraphicFramePr>
          <p:cNvPr id="4" name="Content Placeholder 3">
            <a:extLst>
              <a:ext uri="{FF2B5EF4-FFF2-40B4-BE49-F238E27FC236}">
                <a16:creationId xmlns:a16="http://schemas.microsoft.com/office/drawing/2014/main" id="{A788BE77-8DB3-E568-FB68-BA4E1F474D25}"/>
              </a:ext>
            </a:extLst>
          </p:cNvPr>
          <p:cNvGraphicFramePr>
            <a:graphicFrameLocks noGrp="1"/>
          </p:cNvGraphicFramePr>
          <p:nvPr>
            <p:ph sz="quarter" idx="13"/>
            <p:extLst>
              <p:ext uri="{D42A27DB-BD31-4B8C-83A1-F6EECF244321}">
                <p14:modId xmlns:p14="http://schemas.microsoft.com/office/powerpoint/2010/main" val="1226361326"/>
              </p:ext>
            </p:extLst>
          </p:nvPr>
        </p:nvGraphicFramePr>
        <p:xfrm>
          <a:off x="1086243" y="1601667"/>
          <a:ext cx="9439955" cy="1554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Content Placeholder 3">
            <a:extLst>
              <a:ext uri="{FF2B5EF4-FFF2-40B4-BE49-F238E27FC236}">
                <a16:creationId xmlns:a16="http://schemas.microsoft.com/office/drawing/2014/main" id="{94C936BB-0C11-F41B-5BDF-7001421CA0D7}"/>
              </a:ext>
            </a:extLst>
          </p:cNvPr>
          <p:cNvGraphicFramePr>
            <a:graphicFrameLocks/>
          </p:cNvGraphicFramePr>
          <p:nvPr>
            <p:extLst>
              <p:ext uri="{D42A27DB-BD31-4B8C-83A1-F6EECF244321}">
                <p14:modId xmlns:p14="http://schemas.microsoft.com/office/powerpoint/2010/main" val="2316330163"/>
              </p:ext>
            </p:extLst>
          </p:nvPr>
        </p:nvGraphicFramePr>
        <p:xfrm>
          <a:off x="1085670" y="2924613"/>
          <a:ext cx="9440528" cy="155448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7" name="Content Placeholder 3">
            <a:extLst>
              <a:ext uri="{FF2B5EF4-FFF2-40B4-BE49-F238E27FC236}">
                <a16:creationId xmlns:a16="http://schemas.microsoft.com/office/drawing/2014/main" id="{8AF5809A-8DF2-6CE5-9E77-FBECB2C67AB6}"/>
              </a:ext>
            </a:extLst>
          </p:cNvPr>
          <p:cNvGraphicFramePr>
            <a:graphicFrameLocks/>
          </p:cNvGraphicFramePr>
          <p:nvPr>
            <p:extLst>
              <p:ext uri="{D42A27DB-BD31-4B8C-83A1-F6EECF244321}">
                <p14:modId xmlns:p14="http://schemas.microsoft.com/office/powerpoint/2010/main" val="1635679558"/>
              </p:ext>
            </p:extLst>
          </p:nvPr>
        </p:nvGraphicFramePr>
        <p:xfrm>
          <a:off x="1086244" y="4261923"/>
          <a:ext cx="9439954" cy="155448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8" name="TextBox 7">
            <a:extLst>
              <a:ext uri="{FF2B5EF4-FFF2-40B4-BE49-F238E27FC236}">
                <a16:creationId xmlns:a16="http://schemas.microsoft.com/office/drawing/2014/main" id="{A92BC4D2-FA78-5305-8556-54A1339E6B95}"/>
              </a:ext>
            </a:extLst>
          </p:cNvPr>
          <p:cNvSpPr txBox="1"/>
          <p:nvPr/>
        </p:nvSpPr>
        <p:spPr>
          <a:xfrm>
            <a:off x="462643" y="5755549"/>
            <a:ext cx="11266714"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NIST guidance organizes digital forensics investigations into four key phases: collection, examination, analysis, and reporting (Kent, Chevalier, Grance, &amp; Dang, 2006). </a:t>
            </a:r>
            <a:endParaRPr lang="en-US" dirty="0"/>
          </a:p>
        </p:txBody>
      </p:sp>
      <p:sp>
        <p:nvSpPr>
          <p:cNvPr id="9" name="Rectangle 8">
            <a:extLst>
              <a:ext uri="{FF2B5EF4-FFF2-40B4-BE49-F238E27FC236}">
                <a16:creationId xmlns:a16="http://schemas.microsoft.com/office/drawing/2014/main" id="{FD54D839-EDB7-4005-719F-669FA8EFEF0A}"/>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4095488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FE63B-6C1F-2EA2-DB6A-F4E4CC5763F0}"/>
              </a:ext>
            </a:extLst>
          </p:cNvPr>
          <p:cNvSpPr>
            <a:spLocks noGrp="1"/>
          </p:cNvSpPr>
          <p:nvPr>
            <p:ph type="title"/>
          </p:nvPr>
        </p:nvSpPr>
        <p:spPr/>
        <p:txBody>
          <a:bodyPr>
            <a:normAutofit/>
          </a:bodyPr>
          <a:lstStyle/>
          <a:p>
            <a:pPr algn="ctr"/>
            <a:r>
              <a:rPr lang="en-US" dirty="0"/>
              <a:t>Steps 1-2: recognize and report the incident</a:t>
            </a:r>
          </a:p>
        </p:txBody>
      </p:sp>
      <p:sp>
        <p:nvSpPr>
          <p:cNvPr id="3" name="Text Placeholder 2">
            <a:extLst>
              <a:ext uri="{FF2B5EF4-FFF2-40B4-BE49-F238E27FC236}">
                <a16:creationId xmlns:a16="http://schemas.microsoft.com/office/drawing/2014/main" id="{2A18D098-F2A8-1D02-74E9-42BF843A8557}"/>
              </a:ext>
            </a:extLst>
          </p:cNvPr>
          <p:cNvSpPr>
            <a:spLocks noGrp="1"/>
          </p:cNvSpPr>
          <p:nvPr>
            <p:ph type="body" idx="1"/>
          </p:nvPr>
        </p:nvSpPr>
        <p:spPr>
          <a:ln>
            <a:solidFill>
              <a:srgbClr val="FF0000"/>
            </a:solidFill>
          </a:ln>
        </p:spPr>
        <p:txBody>
          <a:bodyPr/>
          <a:lstStyle/>
          <a:p>
            <a:r>
              <a:rPr lang="en-US" dirty="0"/>
              <a:t>1. Recognize</a:t>
            </a:r>
          </a:p>
        </p:txBody>
      </p:sp>
      <p:sp>
        <p:nvSpPr>
          <p:cNvPr id="4" name="Text Placeholder 3">
            <a:extLst>
              <a:ext uri="{FF2B5EF4-FFF2-40B4-BE49-F238E27FC236}">
                <a16:creationId xmlns:a16="http://schemas.microsoft.com/office/drawing/2014/main" id="{CE989770-D8E6-D1C2-2354-9D2CE69F0284}"/>
              </a:ext>
            </a:extLst>
          </p:cNvPr>
          <p:cNvSpPr>
            <a:spLocks noGrp="1"/>
          </p:cNvSpPr>
          <p:nvPr>
            <p:ph type="body" sz="quarter" idx="3"/>
          </p:nvPr>
        </p:nvSpPr>
        <p:spPr>
          <a:ln>
            <a:solidFill>
              <a:srgbClr val="FFC000"/>
            </a:solidFill>
          </a:ln>
        </p:spPr>
        <p:txBody>
          <a:bodyPr/>
          <a:lstStyle/>
          <a:p>
            <a:r>
              <a:rPr lang="en-US" dirty="0"/>
              <a:t>2. Report</a:t>
            </a:r>
          </a:p>
        </p:txBody>
      </p:sp>
      <p:sp>
        <p:nvSpPr>
          <p:cNvPr id="5" name="Text Placeholder 4">
            <a:extLst>
              <a:ext uri="{FF2B5EF4-FFF2-40B4-BE49-F238E27FC236}">
                <a16:creationId xmlns:a16="http://schemas.microsoft.com/office/drawing/2014/main" id="{2C3D7F49-6D9A-2094-E4AE-71D0C74593C4}"/>
              </a:ext>
            </a:extLst>
          </p:cNvPr>
          <p:cNvSpPr>
            <a:spLocks noGrp="1"/>
          </p:cNvSpPr>
          <p:nvPr>
            <p:ph type="body" sz="quarter" idx="13"/>
          </p:nvPr>
        </p:nvSpPr>
        <p:spPr>
          <a:ln w="38100">
            <a:solidFill>
              <a:srgbClr val="FF0000"/>
            </a:solidFill>
          </a:ln>
        </p:spPr>
        <p:txBody>
          <a:bodyPr/>
          <a:lstStyle/>
          <a:p>
            <a:pPr marL="285750" indent="-285750">
              <a:buFont typeface="Arial" panose="020B0604020202020204" pitchFamily="34" charset="0"/>
              <a:buChar char="•"/>
            </a:pPr>
            <a:r>
              <a:rPr lang="en-US" dirty="0"/>
              <a:t>Notice suspicious behavior such as unusual system behavior, missing files, or altered records.</a:t>
            </a:r>
          </a:p>
          <a:p>
            <a:pPr marL="285750" indent="-285750">
              <a:buFont typeface="Arial" panose="020B0604020202020204" pitchFamily="34" charset="0"/>
              <a:buChar char="•"/>
            </a:pPr>
            <a:r>
              <a:rPr lang="en-US" dirty="0"/>
              <a:t>Treat the event as potentially serious until the team verifies what the data means.</a:t>
            </a:r>
          </a:p>
          <a:p>
            <a:pPr marL="285750" indent="-285750">
              <a:buFont typeface="Arial" panose="020B0604020202020204" pitchFamily="34" charset="0"/>
              <a:buChar char="•"/>
            </a:pPr>
            <a:r>
              <a:rPr lang="en-US" dirty="0"/>
              <a:t>Capture basic facts like who reported it, what was seen, the system involved, and the time of the alert.</a:t>
            </a:r>
          </a:p>
        </p:txBody>
      </p:sp>
      <p:sp>
        <p:nvSpPr>
          <p:cNvPr id="6" name="Text Placeholder 5">
            <a:extLst>
              <a:ext uri="{FF2B5EF4-FFF2-40B4-BE49-F238E27FC236}">
                <a16:creationId xmlns:a16="http://schemas.microsoft.com/office/drawing/2014/main" id="{02D06EB4-2E76-B501-E0E3-0B09820FCC92}"/>
              </a:ext>
            </a:extLst>
          </p:cNvPr>
          <p:cNvSpPr>
            <a:spLocks noGrp="1"/>
          </p:cNvSpPr>
          <p:nvPr>
            <p:ph type="body" sz="quarter" idx="14"/>
          </p:nvPr>
        </p:nvSpPr>
        <p:spPr>
          <a:ln w="38100">
            <a:solidFill>
              <a:srgbClr val="FFC000"/>
            </a:solidFill>
          </a:ln>
        </p:spPr>
        <p:txBody>
          <a:bodyPr/>
          <a:lstStyle/>
          <a:p>
            <a:pPr marL="285750" indent="-285750">
              <a:buFont typeface="Arial" panose="020B0604020202020204" pitchFamily="34" charset="0"/>
              <a:buChar char="•"/>
            </a:pPr>
            <a:r>
              <a:rPr lang="en-US" dirty="0"/>
              <a:t>Notify the proper response team so the event is handled by the right people.</a:t>
            </a:r>
          </a:p>
          <a:p>
            <a:pPr marL="285750" indent="-285750">
              <a:buFont typeface="Arial" panose="020B0604020202020204" pitchFamily="34" charset="0"/>
              <a:buChar char="•"/>
            </a:pPr>
            <a:r>
              <a:rPr lang="en-US" dirty="0"/>
              <a:t>Decide who needs to know immediately, whether IT, leadership, legal counsel, or HR.</a:t>
            </a:r>
          </a:p>
          <a:p>
            <a:pPr marL="285750" indent="-285750">
              <a:buFont typeface="Arial" panose="020B0604020202020204" pitchFamily="34" charset="0"/>
              <a:buChar char="•"/>
            </a:pPr>
            <a:r>
              <a:rPr lang="en-US" dirty="0"/>
              <a:t>Open a case record and begin a log of actions, evidence, and decisions.</a:t>
            </a:r>
          </a:p>
        </p:txBody>
      </p:sp>
      <p:sp>
        <p:nvSpPr>
          <p:cNvPr id="7" name="Rectangle 6">
            <a:extLst>
              <a:ext uri="{FF2B5EF4-FFF2-40B4-BE49-F238E27FC236}">
                <a16:creationId xmlns:a16="http://schemas.microsoft.com/office/drawing/2014/main" id="{87DDAA3B-DDB7-3475-935F-4971E21C72E4}"/>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2511368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FDBDC-2D2C-1C36-B566-C070094141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9CDD1-FFBA-F299-1C01-52873049AC47}"/>
              </a:ext>
            </a:extLst>
          </p:cNvPr>
          <p:cNvSpPr>
            <a:spLocks noGrp="1"/>
          </p:cNvSpPr>
          <p:nvPr>
            <p:ph type="title"/>
          </p:nvPr>
        </p:nvSpPr>
        <p:spPr/>
        <p:txBody>
          <a:bodyPr>
            <a:normAutofit/>
          </a:bodyPr>
          <a:lstStyle/>
          <a:p>
            <a:pPr algn="ctr"/>
            <a:r>
              <a:rPr lang="en-US" dirty="0"/>
              <a:t>Steps 3-4: scope the problem and secure the scene</a:t>
            </a:r>
          </a:p>
        </p:txBody>
      </p:sp>
      <p:sp>
        <p:nvSpPr>
          <p:cNvPr id="3" name="Text Placeholder 2">
            <a:extLst>
              <a:ext uri="{FF2B5EF4-FFF2-40B4-BE49-F238E27FC236}">
                <a16:creationId xmlns:a16="http://schemas.microsoft.com/office/drawing/2014/main" id="{CA1A022F-A19F-29A7-E64C-65AA1DE083F1}"/>
              </a:ext>
            </a:extLst>
          </p:cNvPr>
          <p:cNvSpPr>
            <a:spLocks noGrp="1"/>
          </p:cNvSpPr>
          <p:nvPr>
            <p:ph type="body" idx="1"/>
          </p:nvPr>
        </p:nvSpPr>
        <p:spPr>
          <a:ln>
            <a:solidFill>
              <a:srgbClr val="FFFF00"/>
            </a:solidFill>
          </a:ln>
        </p:spPr>
        <p:txBody>
          <a:bodyPr/>
          <a:lstStyle/>
          <a:p>
            <a:r>
              <a:rPr lang="en-US" dirty="0"/>
              <a:t>3. Scope</a:t>
            </a:r>
          </a:p>
        </p:txBody>
      </p:sp>
      <p:sp>
        <p:nvSpPr>
          <p:cNvPr id="4" name="Text Placeholder 3">
            <a:extLst>
              <a:ext uri="{FF2B5EF4-FFF2-40B4-BE49-F238E27FC236}">
                <a16:creationId xmlns:a16="http://schemas.microsoft.com/office/drawing/2014/main" id="{3BBDACE4-1DA5-C915-39B1-F6E7A5CF62F8}"/>
              </a:ext>
            </a:extLst>
          </p:cNvPr>
          <p:cNvSpPr>
            <a:spLocks noGrp="1"/>
          </p:cNvSpPr>
          <p:nvPr>
            <p:ph type="body" sz="quarter" idx="3"/>
          </p:nvPr>
        </p:nvSpPr>
        <p:spPr>
          <a:ln>
            <a:solidFill>
              <a:srgbClr val="92D050"/>
            </a:solidFill>
          </a:ln>
        </p:spPr>
        <p:txBody>
          <a:bodyPr/>
          <a:lstStyle/>
          <a:p>
            <a:r>
              <a:rPr lang="en-US" dirty="0"/>
              <a:t>4. Secure</a:t>
            </a:r>
          </a:p>
        </p:txBody>
      </p:sp>
      <p:sp>
        <p:nvSpPr>
          <p:cNvPr id="5" name="Text Placeholder 4">
            <a:extLst>
              <a:ext uri="{FF2B5EF4-FFF2-40B4-BE49-F238E27FC236}">
                <a16:creationId xmlns:a16="http://schemas.microsoft.com/office/drawing/2014/main" id="{AB22C71A-6246-72BE-C781-DEBB2C0473A2}"/>
              </a:ext>
            </a:extLst>
          </p:cNvPr>
          <p:cNvSpPr>
            <a:spLocks noGrp="1"/>
          </p:cNvSpPr>
          <p:nvPr>
            <p:ph type="body" sz="quarter" idx="13"/>
          </p:nvPr>
        </p:nvSpPr>
        <p:spPr>
          <a:ln w="38100">
            <a:solidFill>
              <a:srgbClr val="FFFF00"/>
            </a:solidFill>
          </a:ln>
        </p:spPr>
        <p:txBody>
          <a:bodyPr/>
          <a:lstStyle/>
          <a:p>
            <a:pPr marL="285750" indent="-285750">
              <a:buFont typeface="Arial" panose="020B0604020202020204" pitchFamily="34" charset="0"/>
              <a:buChar char="•"/>
            </a:pPr>
            <a:r>
              <a:rPr lang="en-US" dirty="0"/>
              <a:t>Determine which accounts, devices, systems, and records may be involved.</a:t>
            </a:r>
          </a:p>
          <a:p>
            <a:pPr marL="285750" indent="-285750">
              <a:buFont typeface="Arial" panose="020B0604020202020204" pitchFamily="34" charset="0"/>
              <a:buChar char="•"/>
            </a:pPr>
            <a:r>
              <a:rPr lang="en-US" dirty="0"/>
              <a:t>Separate confirmed facts from assumptions so the team does not overreact or miss key systems.</a:t>
            </a:r>
          </a:p>
          <a:p>
            <a:pPr marL="285750" indent="-285750">
              <a:buFont typeface="Arial" panose="020B0604020202020204" pitchFamily="34" charset="0"/>
              <a:buChar char="•"/>
            </a:pPr>
            <a:r>
              <a:rPr lang="en-US" dirty="0"/>
              <a:t>Prioritize the highest-risk assets first, such as student databases or identity systems.</a:t>
            </a:r>
          </a:p>
        </p:txBody>
      </p:sp>
      <p:sp>
        <p:nvSpPr>
          <p:cNvPr id="6" name="Text Placeholder 5">
            <a:extLst>
              <a:ext uri="{FF2B5EF4-FFF2-40B4-BE49-F238E27FC236}">
                <a16:creationId xmlns:a16="http://schemas.microsoft.com/office/drawing/2014/main" id="{DFE42376-A5D9-AE56-9DB0-D1B84D36B401}"/>
              </a:ext>
            </a:extLst>
          </p:cNvPr>
          <p:cNvSpPr>
            <a:spLocks noGrp="1"/>
          </p:cNvSpPr>
          <p:nvPr>
            <p:ph type="body" sz="quarter" idx="14"/>
          </p:nvPr>
        </p:nvSpPr>
        <p:spPr>
          <a:ln w="38100">
            <a:solidFill>
              <a:srgbClr val="92D050"/>
            </a:solidFill>
          </a:ln>
        </p:spPr>
        <p:txBody>
          <a:bodyPr/>
          <a:lstStyle/>
          <a:p>
            <a:pPr marL="285750" indent="-285750">
              <a:buFont typeface="Arial" panose="020B0604020202020204" pitchFamily="34" charset="0"/>
              <a:buChar char="•"/>
            </a:pPr>
            <a:r>
              <a:rPr lang="en-US" dirty="0"/>
              <a:t>Stabilize the environment by limiting access, isolating affected devices, or changing credentials.</a:t>
            </a:r>
          </a:p>
          <a:p>
            <a:pPr marL="285750" indent="-285750">
              <a:buFont typeface="Arial" panose="020B0604020202020204" pitchFamily="34" charset="0"/>
              <a:buChar char="•"/>
            </a:pPr>
            <a:r>
              <a:rPr lang="en-US" dirty="0"/>
              <a:t>Take only the actions necessary to prevent further harm.</a:t>
            </a:r>
          </a:p>
          <a:p>
            <a:pPr marL="285750" indent="-285750">
              <a:buFont typeface="Arial" panose="020B0604020202020204" pitchFamily="34" charset="0"/>
              <a:buChar char="•"/>
            </a:pPr>
            <a:r>
              <a:rPr lang="en-US" dirty="0"/>
              <a:t>Avoid unnecessary changes that could destroy evidence.</a:t>
            </a:r>
          </a:p>
        </p:txBody>
      </p:sp>
      <p:sp>
        <p:nvSpPr>
          <p:cNvPr id="7" name="Rectangle 6">
            <a:extLst>
              <a:ext uri="{FF2B5EF4-FFF2-40B4-BE49-F238E27FC236}">
                <a16:creationId xmlns:a16="http://schemas.microsoft.com/office/drawing/2014/main" id="{4043F889-0051-A40A-5D61-E9741FA50F23}"/>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654489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A7E62-CA74-8453-D739-54D498652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F4027-DE32-2121-CE77-DFFBF424BF94}"/>
              </a:ext>
            </a:extLst>
          </p:cNvPr>
          <p:cNvSpPr>
            <a:spLocks noGrp="1"/>
          </p:cNvSpPr>
          <p:nvPr>
            <p:ph type="title"/>
          </p:nvPr>
        </p:nvSpPr>
        <p:spPr/>
        <p:txBody>
          <a:bodyPr>
            <a:normAutofit fontScale="90000"/>
          </a:bodyPr>
          <a:lstStyle/>
          <a:p>
            <a:pPr algn="ctr"/>
            <a:r>
              <a:rPr lang="en-US" dirty="0"/>
              <a:t>Steps 5-6: identify relevant evidence and </a:t>
            </a:r>
            <a:br>
              <a:rPr lang="en-US" dirty="0"/>
            </a:br>
            <a:r>
              <a:rPr lang="en-US" dirty="0"/>
              <a:t>preserve originals</a:t>
            </a:r>
          </a:p>
        </p:txBody>
      </p:sp>
      <p:sp>
        <p:nvSpPr>
          <p:cNvPr id="3" name="Text Placeholder 2">
            <a:extLst>
              <a:ext uri="{FF2B5EF4-FFF2-40B4-BE49-F238E27FC236}">
                <a16:creationId xmlns:a16="http://schemas.microsoft.com/office/drawing/2014/main" id="{FC83410D-A8BC-8333-8841-A6CCBA05F23A}"/>
              </a:ext>
            </a:extLst>
          </p:cNvPr>
          <p:cNvSpPr>
            <a:spLocks noGrp="1"/>
          </p:cNvSpPr>
          <p:nvPr>
            <p:ph type="body" idx="1"/>
          </p:nvPr>
        </p:nvSpPr>
        <p:spPr>
          <a:ln>
            <a:solidFill>
              <a:srgbClr val="00B050"/>
            </a:solidFill>
          </a:ln>
        </p:spPr>
        <p:txBody>
          <a:bodyPr/>
          <a:lstStyle/>
          <a:p>
            <a:r>
              <a:rPr lang="en-US" dirty="0"/>
              <a:t>5. Identify evidence</a:t>
            </a:r>
          </a:p>
        </p:txBody>
      </p:sp>
      <p:sp>
        <p:nvSpPr>
          <p:cNvPr id="4" name="Text Placeholder 3">
            <a:extLst>
              <a:ext uri="{FF2B5EF4-FFF2-40B4-BE49-F238E27FC236}">
                <a16:creationId xmlns:a16="http://schemas.microsoft.com/office/drawing/2014/main" id="{3B31C20F-CA5F-3664-FC1E-D41BB72D3963}"/>
              </a:ext>
            </a:extLst>
          </p:cNvPr>
          <p:cNvSpPr>
            <a:spLocks noGrp="1"/>
          </p:cNvSpPr>
          <p:nvPr>
            <p:ph type="body" sz="quarter" idx="3"/>
          </p:nvPr>
        </p:nvSpPr>
        <p:spPr>
          <a:ln>
            <a:solidFill>
              <a:srgbClr val="00B0F0"/>
            </a:solidFill>
          </a:ln>
        </p:spPr>
        <p:txBody>
          <a:bodyPr/>
          <a:lstStyle/>
          <a:p>
            <a:r>
              <a:rPr lang="en-US" dirty="0"/>
              <a:t>6. Preserve</a:t>
            </a:r>
          </a:p>
        </p:txBody>
      </p:sp>
      <p:sp>
        <p:nvSpPr>
          <p:cNvPr id="5" name="Text Placeholder 4">
            <a:extLst>
              <a:ext uri="{FF2B5EF4-FFF2-40B4-BE49-F238E27FC236}">
                <a16:creationId xmlns:a16="http://schemas.microsoft.com/office/drawing/2014/main" id="{CE24C1BA-5F85-4621-22A4-FF77706EEE79}"/>
              </a:ext>
            </a:extLst>
          </p:cNvPr>
          <p:cNvSpPr>
            <a:spLocks noGrp="1"/>
          </p:cNvSpPr>
          <p:nvPr>
            <p:ph type="body" sz="quarter" idx="13"/>
          </p:nvPr>
        </p:nvSpPr>
        <p:spPr>
          <a:ln w="38100">
            <a:solidFill>
              <a:srgbClr val="00B050"/>
            </a:solidFill>
          </a:ln>
        </p:spPr>
        <p:txBody>
          <a:bodyPr/>
          <a:lstStyle/>
          <a:p>
            <a:pPr marL="285750" indent="-285750">
              <a:buFont typeface="Arial" panose="020B0604020202020204" pitchFamily="34" charset="0"/>
              <a:buChar char="•"/>
            </a:pPr>
            <a:r>
              <a:rPr lang="en-US" dirty="0"/>
              <a:t>List every likely source of evidence: laptops, servers, logs, email, cloud accounts, and removable media.</a:t>
            </a:r>
          </a:p>
          <a:p>
            <a:pPr marL="285750" indent="-285750">
              <a:buFont typeface="Arial" panose="020B0604020202020204" pitchFamily="34" charset="0"/>
              <a:buChar char="•"/>
            </a:pPr>
            <a:r>
              <a:rPr lang="en-US" dirty="0"/>
              <a:t>Focus on data that can answer who, what, when, where, and how.</a:t>
            </a:r>
          </a:p>
          <a:p>
            <a:pPr marL="285750" indent="-285750">
              <a:buFont typeface="Arial" panose="020B0604020202020204" pitchFamily="34" charset="0"/>
              <a:buChar char="•"/>
            </a:pPr>
            <a:r>
              <a:rPr lang="en-US" dirty="0"/>
              <a:t>Decide which evidence is most fragile or most important to collect first.</a:t>
            </a:r>
          </a:p>
        </p:txBody>
      </p:sp>
      <p:sp>
        <p:nvSpPr>
          <p:cNvPr id="6" name="Text Placeholder 5">
            <a:extLst>
              <a:ext uri="{FF2B5EF4-FFF2-40B4-BE49-F238E27FC236}">
                <a16:creationId xmlns:a16="http://schemas.microsoft.com/office/drawing/2014/main" id="{B8E2A49A-9D2F-AC47-13AD-A5AFF2FEED27}"/>
              </a:ext>
            </a:extLst>
          </p:cNvPr>
          <p:cNvSpPr>
            <a:spLocks noGrp="1"/>
          </p:cNvSpPr>
          <p:nvPr>
            <p:ph type="body" sz="quarter" idx="14"/>
          </p:nvPr>
        </p:nvSpPr>
        <p:spPr>
          <a:ln w="38100">
            <a:solidFill>
              <a:srgbClr val="00B0F0"/>
            </a:solidFill>
          </a:ln>
        </p:spPr>
        <p:txBody>
          <a:bodyPr/>
          <a:lstStyle/>
          <a:p>
            <a:pPr marL="285750" indent="-285750">
              <a:buFont typeface="Arial" panose="020B0604020202020204" pitchFamily="34" charset="0"/>
              <a:buChar char="•"/>
            </a:pPr>
            <a:r>
              <a:rPr lang="en-US" dirty="0"/>
              <a:t>Protect original data from alteration by using forensic images or read-only copies.</a:t>
            </a:r>
          </a:p>
          <a:p>
            <a:pPr marL="285750" indent="-285750">
              <a:buFont typeface="Arial" panose="020B0604020202020204" pitchFamily="34" charset="0"/>
              <a:buChar char="•"/>
            </a:pPr>
            <a:r>
              <a:rPr lang="en-US" dirty="0"/>
              <a:t>Maintain chain of custody so the team can show who handled the evidence, when and why it was accessed.</a:t>
            </a:r>
          </a:p>
          <a:p>
            <a:pPr marL="285750" indent="-285750">
              <a:buFont typeface="Arial" panose="020B0604020202020204" pitchFamily="34" charset="0"/>
              <a:buChar char="•"/>
            </a:pPr>
            <a:r>
              <a:rPr lang="en-US" dirty="0"/>
              <a:t>Store preserved evidence securely for later review.</a:t>
            </a:r>
          </a:p>
        </p:txBody>
      </p:sp>
      <p:sp>
        <p:nvSpPr>
          <p:cNvPr id="7" name="Rectangle 6">
            <a:extLst>
              <a:ext uri="{FF2B5EF4-FFF2-40B4-BE49-F238E27FC236}">
                <a16:creationId xmlns:a16="http://schemas.microsoft.com/office/drawing/2014/main" id="{52E7AF0A-EB99-8C53-61CA-4ED81DD20B48}"/>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782358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D96AF-D555-0C76-855B-2832F902C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D78A5-244C-6685-9356-6FE4C7A047D7}"/>
              </a:ext>
            </a:extLst>
          </p:cNvPr>
          <p:cNvSpPr>
            <a:spLocks noGrp="1"/>
          </p:cNvSpPr>
          <p:nvPr>
            <p:ph type="title"/>
          </p:nvPr>
        </p:nvSpPr>
        <p:spPr/>
        <p:txBody>
          <a:bodyPr>
            <a:normAutofit/>
          </a:bodyPr>
          <a:lstStyle/>
          <a:p>
            <a:pPr algn="ctr"/>
            <a:r>
              <a:rPr lang="en-US" dirty="0"/>
              <a:t>Steps 7-8: collect the data and document every action</a:t>
            </a:r>
          </a:p>
        </p:txBody>
      </p:sp>
      <p:sp>
        <p:nvSpPr>
          <p:cNvPr id="3" name="Text Placeholder 2">
            <a:extLst>
              <a:ext uri="{FF2B5EF4-FFF2-40B4-BE49-F238E27FC236}">
                <a16:creationId xmlns:a16="http://schemas.microsoft.com/office/drawing/2014/main" id="{9C42D79C-30EC-74BA-2CB1-8CF1731FBA5A}"/>
              </a:ext>
            </a:extLst>
          </p:cNvPr>
          <p:cNvSpPr>
            <a:spLocks noGrp="1"/>
          </p:cNvSpPr>
          <p:nvPr>
            <p:ph type="body" idx="1"/>
          </p:nvPr>
        </p:nvSpPr>
        <p:spPr>
          <a:ln>
            <a:solidFill>
              <a:srgbClr val="0070C0"/>
            </a:solidFill>
          </a:ln>
        </p:spPr>
        <p:txBody>
          <a:bodyPr/>
          <a:lstStyle/>
          <a:p>
            <a:r>
              <a:rPr lang="en-US" dirty="0"/>
              <a:t>7. Collect</a:t>
            </a:r>
          </a:p>
        </p:txBody>
      </p:sp>
      <p:sp>
        <p:nvSpPr>
          <p:cNvPr id="4" name="Text Placeholder 3">
            <a:extLst>
              <a:ext uri="{FF2B5EF4-FFF2-40B4-BE49-F238E27FC236}">
                <a16:creationId xmlns:a16="http://schemas.microsoft.com/office/drawing/2014/main" id="{B046747F-28F7-5886-9463-0C5CDC4F676B}"/>
              </a:ext>
            </a:extLst>
          </p:cNvPr>
          <p:cNvSpPr>
            <a:spLocks noGrp="1"/>
          </p:cNvSpPr>
          <p:nvPr>
            <p:ph type="body" sz="quarter" idx="3"/>
          </p:nvPr>
        </p:nvSpPr>
        <p:spPr>
          <a:ln>
            <a:solidFill>
              <a:srgbClr val="002060"/>
            </a:solidFill>
          </a:ln>
        </p:spPr>
        <p:txBody>
          <a:bodyPr/>
          <a:lstStyle/>
          <a:p>
            <a:r>
              <a:rPr lang="en-US" dirty="0"/>
              <a:t>8. Document</a:t>
            </a:r>
          </a:p>
        </p:txBody>
      </p:sp>
      <p:sp>
        <p:nvSpPr>
          <p:cNvPr id="5" name="Text Placeholder 4">
            <a:extLst>
              <a:ext uri="{FF2B5EF4-FFF2-40B4-BE49-F238E27FC236}">
                <a16:creationId xmlns:a16="http://schemas.microsoft.com/office/drawing/2014/main" id="{86AD5CC9-7739-7764-928B-CD2B3EDD508B}"/>
              </a:ext>
            </a:extLst>
          </p:cNvPr>
          <p:cNvSpPr>
            <a:spLocks noGrp="1"/>
          </p:cNvSpPr>
          <p:nvPr>
            <p:ph type="body" sz="quarter" idx="13"/>
          </p:nvPr>
        </p:nvSpPr>
        <p:spPr>
          <a:ln w="38100">
            <a:solidFill>
              <a:srgbClr val="0070C0"/>
            </a:solidFill>
          </a:ln>
        </p:spPr>
        <p:txBody>
          <a:bodyPr/>
          <a:lstStyle/>
          <a:p>
            <a:pPr marL="285750" indent="-285750">
              <a:buFont typeface="Arial" panose="020B0604020202020204" pitchFamily="34" charset="0"/>
              <a:buChar char="•"/>
            </a:pPr>
            <a:r>
              <a:rPr lang="en-US" dirty="0"/>
              <a:t>Gather device images, exported logs, screenshots, memory captures, and relevant communications.</a:t>
            </a:r>
          </a:p>
          <a:p>
            <a:pPr marL="285750" indent="-285750">
              <a:buFont typeface="Arial" panose="020B0604020202020204" pitchFamily="34" charset="0"/>
              <a:buChar char="•"/>
            </a:pPr>
            <a:r>
              <a:rPr lang="en-US" dirty="0"/>
              <a:t>Use  standard procedures so another examiner could understand what was gathered.</a:t>
            </a:r>
          </a:p>
          <a:p>
            <a:pPr marL="285750" indent="-285750">
              <a:buFont typeface="Arial" panose="020B0604020202020204" pitchFamily="34" charset="0"/>
              <a:buChar char="•"/>
            </a:pPr>
            <a:r>
              <a:rPr lang="en-US" dirty="0"/>
              <a:t>Verify integrity with hash values or other checks and label every item so it can be found later.</a:t>
            </a:r>
          </a:p>
        </p:txBody>
      </p:sp>
      <p:sp>
        <p:nvSpPr>
          <p:cNvPr id="6" name="Text Placeholder 5">
            <a:extLst>
              <a:ext uri="{FF2B5EF4-FFF2-40B4-BE49-F238E27FC236}">
                <a16:creationId xmlns:a16="http://schemas.microsoft.com/office/drawing/2014/main" id="{930AB003-6363-283C-D62D-41C6890D1941}"/>
              </a:ext>
            </a:extLst>
          </p:cNvPr>
          <p:cNvSpPr>
            <a:spLocks noGrp="1"/>
          </p:cNvSpPr>
          <p:nvPr>
            <p:ph type="body" sz="quarter" idx="14"/>
          </p:nvPr>
        </p:nvSpPr>
        <p:spPr>
          <a:ln w="38100">
            <a:solidFill>
              <a:srgbClr val="002060"/>
            </a:solidFill>
          </a:ln>
        </p:spPr>
        <p:txBody>
          <a:bodyPr/>
          <a:lstStyle/>
          <a:p>
            <a:pPr marL="285750" indent="-285750">
              <a:buFont typeface="Arial" panose="020B0604020202020204" pitchFamily="34" charset="0"/>
              <a:buChar char="•"/>
            </a:pPr>
            <a:r>
              <a:rPr lang="en-US" dirty="0"/>
              <a:t>Record times, tools, collectors, storage locations, and notable observations.</a:t>
            </a:r>
          </a:p>
          <a:p>
            <a:pPr marL="285750" indent="-285750">
              <a:buFont typeface="Arial" panose="020B0604020202020204" pitchFamily="34" charset="0"/>
              <a:buChar char="•"/>
            </a:pPr>
            <a:r>
              <a:rPr lang="en-US" dirty="0"/>
              <a:t>Note decisions such as why a machine was isolated or why one source was prioritized over another.</a:t>
            </a:r>
          </a:p>
        </p:txBody>
      </p:sp>
      <p:sp>
        <p:nvSpPr>
          <p:cNvPr id="7" name="Rectangle 6">
            <a:extLst>
              <a:ext uri="{FF2B5EF4-FFF2-40B4-BE49-F238E27FC236}">
                <a16:creationId xmlns:a16="http://schemas.microsoft.com/office/drawing/2014/main" id="{ADB2E5B0-9CFF-FE9E-AC6A-91C20489A411}"/>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4267685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F41E7-E5B7-072C-8B22-3E29DF778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0D76D-F9B6-6ED4-DFF1-7B466987362F}"/>
              </a:ext>
            </a:extLst>
          </p:cNvPr>
          <p:cNvSpPr>
            <a:spLocks noGrp="1"/>
          </p:cNvSpPr>
          <p:nvPr>
            <p:ph type="title"/>
          </p:nvPr>
        </p:nvSpPr>
        <p:spPr/>
        <p:txBody>
          <a:bodyPr>
            <a:normAutofit/>
          </a:bodyPr>
          <a:lstStyle/>
          <a:p>
            <a:pPr algn="ctr"/>
            <a:r>
              <a:rPr lang="en-US" dirty="0"/>
              <a:t>Steps 9-10: examine artifacts and analyze what they mean</a:t>
            </a:r>
          </a:p>
        </p:txBody>
      </p:sp>
      <p:sp>
        <p:nvSpPr>
          <p:cNvPr id="3" name="Text Placeholder 2">
            <a:extLst>
              <a:ext uri="{FF2B5EF4-FFF2-40B4-BE49-F238E27FC236}">
                <a16:creationId xmlns:a16="http://schemas.microsoft.com/office/drawing/2014/main" id="{9242C9F8-2D1C-22EA-9025-C05BD0A49F89}"/>
              </a:ext>
            </a:extLst>
          </p:cNvPr>
          <p:cNvSpPr>
            <a:spLocks noGrp="1"/>
          </p:cNvSpPr>
          <p:nvPr>
            <p:ph type="body" idx="1"/>
          </p:nvPr>
        </p:nvSpPr>
        <p:spPr>
          <a:ln>
            <a:solidFill>
              <a:srgbClr val="7030A0"/>
            </a:solidFill>
          </a:ln>
        </p:spPr>
        <p:txBody>
          <a:bodyPr/>
          <a:lstStyle/>
          <a:p>
            <a:r>
              <a:rPr lang="en-US" dirty="0"/>
              <a:t>9. Examine</a:t>
            </a:r>
          </a:p>
        </p:txBody>
      </p:sp>
      <p:sp>
        <p:nvSpPr>
          <p:cNvPr id="4" name="Text Placeholder 3">
            <a:extLst>
              <a:ext uri="{FF2B5EF4-FFF2-40B4-BE49-F238E27FC236}">
                <a16:creationId xmlns:a16="http://schemas.microsoft.com/office/drawing/2014/main" id="{BA2C93B6-5AAD-DCF7-6FE8-FAF29B4A1EE2}"/>
              </a:ext>
            </a:extLst>
          </p:cNvPr>
          <p:cNvSpPr>
            <a:spLocks noGrp="1"/>
          </p:cNvSpPr>
          <p:nvPr>
            <p:ph type="body" sz="quarter" idx="3"/>
          </p:nvPr>
        </p:nvSpPr>
        <p:spPr>
          <a:ln>
            <a:solidFill>
              <a:srgbClr val="C00000"/>
            </a:solidFill>
          </a:ln>
        </p:spPr>
        <p:txBody>
          <a:bodyPr/>
          <a:lstStyle/>
          <a:p>
            <a:r>
              <a:rPr lang="en-US" dirty="0"/>
              <a:t>10. Analyze</a:t>
            </a:r>
          </a:p>
        </p:txBody>
      </p:sp>
      <p:sp>
        <p:nvSpPr>
          <p:cNvPr id="5" name="Text Placeholder 4">
            <a:extLst>
              <a:ext uri="{FF2B5EF4-FFF2-40B4-BE49-F238E27FC236}">
                <a16:creationId xmlns:a16="http://schemas.microsoft.com/office/drawing/2014/main" id="{71CB8693-62F7-A7FF-E14D-46C37FFF482B}"/>
              </a:ext>
            </a:extLst>
          </p:cNvPr>
          <p:cNvSpPr>
            <a:spLocks noGrp="1"/>
          </p:cNvSpPr>
          <p:nvPr>
            <p:ph type="body" sz="quarter" idx="13"/>
          </p:nvPr>
        </p:nvSpPr>
        <p:spPr>
          <a:ln w="38100">
            <a:solidFill>
              <a:srgbClr val="7030A0"/>
            </a:solidFill>
          </a:ln>
        </p:spPr>
        <p:txBody>
          <a:bodyPr/>
          <a:lstStyle/>
          <a:p>
            <a:pPr marL="285750" indent="-285750">
              <a:buFont typeface="Arial" panose="020B0604020202020204" pitchFamily="34" charset="0"/>
              <a:buChar char="•"/>
            </a:pPr>
            <a:r>
              <a:rPr lang="en-US" dirty="0"/>
              <a:t>Process the collected data to extract relevant items such as log entries, messages, files, or timestamps.</a:t>
            </a:r>
          </a:p>
          <a:p>
            <a:pPr marL="285750" indent="-285750">
              <a:buFont typeface="Arial" panose="020B0604020202020204" pitchFamily="34" charset="0"/>
              <a:buChar char="•"/>
            </a:pPr>
            <a:r>
              <a:rPr lang="en-US" dirty="0"/>
              <a:t>Filter out obvious noise while preserving the ability to re-check the evidence.</a:t>
            </a:r>
          </a:p>
          <a:p>
            <a:pPr marL="285750" indent="-285750">
              <a:buFont typeface="Arial" panose="020B0604020202020204" pitchFamily="34" charset="0"/>
              <a:buChar char="•"/>
            </a:pPr>
            <a:r>
              <a:rPr lang="en-US" dirty="0"/>
              <a:t>Look for patterns in failed logins, privilege changes, file access, or malware traces.</a:t>
            </a:r>
          </a:p>
        </p:txBody>
      </p:sp>
      <p:sp>
        <p:nvSpPr>
          <p:cNvPr id="6" name="Text Placeholder 5">
            <a:extLst>
              <a:ext uri="{FF2B5EF4-FFF2-40B4-BE49-F238E27FC236}">
                <a16:creationId xmlns:a16="http://schemas.microsoft.com/office/drawing/2014/main" id="{36059D43-9EF1-9E4E-6B48-5D661323D894}"/>
              </a:ext>
            </a:extLst>
          </p:cNvPr>
          <p:cNvSpPr>
            <a:spLocks noGrp="1"/>
          </p:cNvSpPr>
          <p:nvPr>
            <p:ph type="body" sz="quarter" idx="14"/>
          </p:nvPr>
        </p:nvSpPr>
        <p:spPr>
          <a:ln w="38100">
            <a:solidFill>
              <a:srgbClr val="C00000"/>
            </a:solidFill>
          </a:ln>
        </p:spPr>
        <p:txBody>
          <a:bodyPr/>
          <a:lstStyle/>
          <a:p>
            <a:pPr marL="285750" indent="-285750">
              <a:buFont typeface="Arial" panose="020B0604020202020204" pitchFamily="34" charset="0"/>
              <a:buChar char="•"/>
            </a:pPr>
            <a:r>
              <a:rPr lang="en-US" dirty="0"/>
              <a:t>Interpret the evidence to explain the incident story in a logical sequence.</a:t>
            </a:r>
          </a:p>
          <a:p>
            <a:pPr marL="285750" indent="-285750">
              <a:buFont typeface="Arial" panose="020B0604020202020204" pitchFamily="34" charset="0"/>
              <a:buChar char="•"/>
            </a:pPr>
            <a:r>
              <a:rPr lang="en-US" dirty="0"/>
              <a:t>Correlate multiple sources, because one log alone rarely tells the whole truth.</a:t>
            </a:r>
          </a:p>
          <a:p>
            <a:pPr marL="285750" indent="-285750">
              <a:buFont typeface="Arial" panose="020B0604020202020204" pitchFamily="34" charset="0"/>
              <a:buChar char="•"/>
            </a:pPr>
            <a:r>
              <a:rPr lang="en-US" dirty="0"/>
              <a:t>Ask whether the evidence supports or contradicts the initial theory.</a:t>
            </a:r>
          </a:p>
        </p:txBody>
      </p:sp>
      <p:sp>
        <p:nvSpPr>
          <p:cNvPr id="7" name="Rectangle 6">
            <a:extLst>
              <a:ext uri="{FF2B5EF4-FFF2-40B4-BE49-F238E27FC236}">
                <a16:creationId xmlns:a16="http://schemas.microsoft.com/office/drawing/2014/main" id="{E34A0EC1-4E5C-F7FE-3867-02389702147A}"/>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2176733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D7C87-93E7-2DA8-FBED-3FC4B4CF9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5D3BA-78FF-A101-2137-417A0D82347B}"/>
              </a:ext>
            </a:extLst>
          </p:cNvPr>
          <p:cNvSpPr>
            <a:spLocks noGrp="1"/>
          </p:cNvSpPr>
          <p:nvPr>
            <p:ph type="title"/>
          </p:nvPr>
        </p:nvSpPr>
        <p:spPr/>
        <p:txBody>
          <a:bodyPr>
            <a:normAutofit fontScale="90000"/>
          </a:bodyPr>
          <a:lstStyle/>
          <a:p>
            <a:pPr algn="ctr"/>
            <a:r>
              <a:rPr lang="en-US" dirty="0"/>
              <a:t>Steps 11-12: report findings and prepare for </a:t>
            </a:r>
            <a:br>
              <a:rPr lang="en-US" dirty="0"/>
            </a:br>
            <a:r>
              <a:rPr lang="en-US" dirty="0"/>
              <a:t>legal review</a:t>
            </a:r>
          </a:p>
        </p:txBody>
      </p:sp>
      <p:sp>
        <p:nvSpPr>
          <p:cNvPr id="3" name="Text Placeholder 2">
            <a:extLst>
              <a:ext uri="{FF2B5EF4-FFF2-40B4-BE49-F238E27FC236}">
                <a16:creationId xmlns:a16="http://schemas.microsoft.com/office/drawing/2014/main" id="{473016F0-F364-EF43-20C8-91B0C1399397}"/>
              </a:ext>
            </a:extLst>
          </p:cNvPr>
          <p:cNvSpPr>
            <a:spLocks noGrp="1"/>
          </p:cNvSpPr>
          <p:nvPr>
            <p:ph type="body" idx="1"/>
          </p:nvPr>
        </p:nvSpPr>
        <p:spPr>
          <a:ln>
            <a:solidFill>
              <a:srgbClr val="FF0000"/>
            </a:solidFill>
          </a:ln>
        </p:spPr>
        <p:txBody>
          <a:bodyPr/>
          <a:lstStyle/>
          <a:p>
            <a:r>
              <a:rPr lang="en-US" dirty="0"/>
              <a:t>11. Report findings</a:t>
            </a:r>
          </a:p>
        </p:txBody>
      </p:sp>
      <p:sp>
        <p:nvSpPr>
          <p:cNvPr id="4" name="Text Placeholder 3">
            <a:extLst>
              <a:ext uri="{FF2B5EF4-FFF2-40B4-BE49-F238E27FC236}">
                <a16:creationId xmlns:a16="http://schemas.microsoft.com/office/drawing/2014/main" id="{9C927A48-CF15-00DE-E98A-871A883898CA}"/>
              </a:ext>
            </a:extLst>
          </p:cNvPr>
          <p:cNvSpPr>
            <a:spLocks noGrp="1"/>
          </p:cNvSpPr>
          <p:nvPr>
            <p:ph type="body" sz="quarter" idx="3"/>
          </p:nvPr>
        </p:nvSpPr>
        <p:spPr>
          <a:ln>
            <a:solidFill>
              <a:srgbClr val="FFC000"/>
            </a:solidFill>
          </a:ln>
        </p:spPr>
        <p:txBody>
          <a:bodyPr/>
          <a:lstStyle/>
          <a:p>
            <a:r>
              <a:rPr lang="en-US" dirty="0"/>
              <a:t>12. Prepare for legal proceedings</a:t>
            </a:r>
          </a:p>
        </p:txBody>
      </p:sp>
      <p:sp>
        <p:nvSpPr>
          <p:cNvPr id="5" name="Text Placeholder 4">
            <a:extLst>
              <a:ext uri="{FF2B5EF4-FFF2-40B4-BE49-F238E27FC236}">
                <a16:creationId xmlns:a16="http://schemas.microsoft.com/office/drawing/2014/main" id="{F58920A5-F79C-879A-D605-DBFB56B49C22}"/>
              </a:ext>
            </a:extLst>
          </p:cNvPr>
          <p:cNvSpPr>
            <a:spLocks noGrp="1"/>
          </p:cNvSpPr>
          <p:nvPr>
            <p:ph type="body" sz="quarter" idx="13"/>
          </p:nvPr>
        </p:nvSpPr>
        <p:spPr>
          <a:ln w="38100">
            <a:solidFill>
              <a:srgbClr val="FF0000"/>
            </a:solidFill>
          </a:ln>
        </p:spPr>
        <p:txBody>
          <a:bodyPr/>
          <a:lstStyle/>
          <a:p>
            <a:pPr marL="285750" indent="-285750">
              <a:buFont typeface="Arial" panose="020B0604020202020204" pitchFamily="34" charset="0"/>
              <a:buChar char="•"/>
            </a:pPr>
            <a:r>
              <a:rPr lang="en-US" dirty="0"/>
              <a:t>Write a clear report covering scope, methods, evidence, timeline, conclusions, and recommended actions.</a:t>
            </a:r>
          </a:p>
          <a:p>
            <a:pPr marL="285750" indent="-285750">
              <a:buFont typeface="Arial" panose="020B0604020202020204" pitchFamily="34" charset="0"/>
              <a:buChar char="•"/>
            </a:pPr>
            <a:r>
              <a:rPr lang="en-US" dirty="0"/>
              <a:t>Tailor the explanation to the audience, whether technical staff, leadership, families, or legal counsel.</a:t>
            </a:r>
          </a:p>
          <a:p>
            <a:pPr marL="285750" indent="-285750">
              <a:buFont typeface="Arial" panose="020B0604020202020204" pitchFamily="34" charset="0"/>
              <a:buChar char="•"/>
            </a:pPr>
            <a:r>
              <a:rPr lang="en-US" dirty="0"/>
              <a:t>Keep the report factual. Separate verified evidence from assumptions and explain limits openly</a:t>
            </a:r>
          </a:p>
        </p:txBody>
      </p:sp>
      <p:sp>
        <p:nvSpPr>
          <p:cNvPr id="6" name="Text Placeholder 5">
            <a:extLst>
              <a:ext uri="{FF2B5EF4-FFF2-40B4-BE49-F238E27FC236}">
                <a16:creationId xmlns:a16="http://schemas.microsoft.com/office/drawing/2014/main" id="{A14D4C27-B8A8-08D9-D6EA-28B025515D0F}"/>
              </a:ext>
            </a:extLst>
          </p:cNvPr>
          <p:cNvSpPr>
            <a:spLocks noGrp="1"/>
          </p:cNvSpPr>
          <p:nvPr>
            <p:ph type="body" sz="quarter" idx="14"/>
          </p:nvPr>
        </p:nvSpPr>
        <p:spPr>
          <a:ln w="38100">
            <a:solidFill>
              <a:srgbClr val="FFC000"/>
            </a:solidFill>
          </a:ln>
        </p:spPr>
        <p:txBody>
          <a:bodyPr/>
          <a:lstStyle/>
          <a:p>
            <a:pPr marL="285750" indent="-285750">
              <a:buFont typeface="Arial" panose="020B0604020202020204" pitchFamily="34" charset="0"/>
              <a:buChar char="•"/>
            </a:pPr>
            <a:r>
              <a:rPr lang="en-US" dirty="0"/>
              <a:t>Retain preserved evidence, notes, and chain-of-custody records.</a:t>
            </a:r>
          </a:p>
          <a:p>
            <a:pPr marL="285750" indent="-285750">
              <a:buFont typeface="Arial" panose="020B0604020202020204" pitchFamily="34" charset="0"/>
              <a:buChar char="•"/>
            </a:pPr>
            <a:r>
              <a:rPr lang="en-US" dirty="0"/>
              <a:t>Be ready to explain methods, findings, and evidence handling in a formal setting.</a:t>
            </a:r>
          </a:p>
        </p:txBody>
      </p:sp>
      <p:sp>
        <p:nvSpPr>
          <p:cNvPr id="7" name="Rectangle 6">
            <a:extLst>
              <a:ext uri="{FF2B5EF4-FFF2-40B4-BE49-F238E27FC236}">
                <a16:creationId xmlns:a16="http://schemas.microsoft.com/office/drawing/2014/main" id="{65736D19-257A-8DBA-E417-26A849970B2A}"/>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1160242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D1222-DF68-3EF6-416D-6E27FBD5A262}"/>
              </a:ext>
            </a:extLst>
          </p:cNvPr>
          <p:cNvSpPr>
            <a:spLocks noGrp="1"/>
          </p:cNvSpPr>
          <p:nvPr>
            <p:ph type="title"/>
          </p:nvPr>
        </p:nvSpPr>
        <p:spPr>
          <a:xfrm>
            <a:off x="817901" y="842957"/>
            <a:ext cx="3494314" cy="1278982"/>
          </a:xfrm>
        </p:spPr>
        <p:txBody>
          <a:bodyPr>
            <a:noAutofit/>
          </a:bodyPr>
          <a:lstStyle/>
          <a:p>
            <a:r>
              <a:rPr lang="en-US" sz="3600" dirty="0"/>
              <a:t>Root cause analysis</a:t>
            </a:r>
          </a:p>
        </p:txBody>
      </p:sp>
      <p:sp>
        <p:nvSpPr>
          <p:cNvPr id="4" name="Content Placeholder 3">
            <a:extLst>
              <a:ext uri="{FF2B5EF4-FFF2-40B4-BE49-F238E27FC236}">
                <a16:creationId xmlns:a16="http://schemas.microsoft.com/office/drawing/2014/main" id="{44C82F3E-2B5B-9638-6EC6-B7714347E042}"/>
              </a:ext>
            </a:extLst>
          </p:cNvPr>
          <p:cNvSpPr>
            <a:spLocks noGrp="1"/>
          </p:cNvSpPr>
          <p:nvPr>
            <p:ph sz="quarter" idx="13"/>
          </p:nvPr>
        </p:nvSpPr>
        <p:spPr>
          <a:xfrm>
            <a:off x="4504268" y="865504"/>
            <a:ext cx="6766560" cy="1725296"/>
          </a:xfrm>
        </p:spPr>
        <p:txBody>
          <a:bodyPr vert="horz" lIns="91440" tIns="45720" rIns="91440" bIns="45720" rtlCol="0" anchor="t">
            <a:normAutofit fontScale="92500" lnSpcReduction="10000"/>
          </a:bodyPr>
          <a:lstStyle/>
          <a:p>
            <a:pPr marL="342900" indent="-342900">
              <a:lnSpc>
                <a:spcPct val="100000"/>
              </a:lnSpc>
              <a:buFont typeface="Arial" panose="020B0604020202020204" pitchFamily="34" charset="0"/>
              <a:buChar char="•"/>
            </a:pPr>
            <a:r>
              <a:rPr lang="en-US" sz="1400" dirty="0"/>
              <a:t>Root Cause Analysis (RCA) is a systematic process used to identify the underlying reason an incident or failure occurs</a:t>
            </a:r>
          </a:p>
          <a:p>
            <a:pPr marL="342900" indent="-342900">
              <a:lnSpc>
                <a:spcPct val="100000"/>
              </a:lnSpc>
              <a:buFont typeface="Arial" panose="020B0604020202020204" pitchFamily="34" charset="0"/>
              <a:buChar char="•"/>
            </a:pPr>
            <a:r>
              <a:rPr lang="en-US" sz="1400" dirty="0"/>
              <a:t>The purpose of RCA is to understand </a:t>
            </a:r>
            <a:r>
              <a:rPr lang="en-US" sz="1400" i="1" u="sng" dirty="0"/>
              <a:t>how</a:t>
            </a:r>
            <a:r>
              <a:rPr lang="en-US" sz="1400" dirty="0"/>
              <a:t> and </a:t>
            </a:r>
            <a:r>
              <a:rPr lang="en-US" sz="1400" i="1" u="sng" dirty="0"/>
              <a:t>why</a:t>
            </a:r>
            <a:r>
              <a:rPr lang="en-US" sz="1400" dirty="0"/>
              <a:t> something happened (Rooney &amp; Heuvel, 2004).</a:t>
            </a:r>
          </a:p>
          <a:p>
            <a:pPr marL="342900" indent="-342900">
              <a:lnSpc>
                <a:spcPct val="100000"/>
              </a:lnSpc>
              <a:buFont typeface="Arial" panose="020B0604020202020204" pitchFamily="34" charset="0"/>
              <a:buChar char="•"/>
            </a:pPr>
            <a:r>
              <a:rPr lang="en-US" sz="1400" dirty="0"/>
              <a:t>Focuses on fixing the cause, not just the symptoms</a:t>
            </a:r>
          </a:p>
          <a:p>
            <a:pPr marL="342900" indent="-342900">
              <a:lnSpc>
                <a:spcPct val="100000"/>
              </a:lnSpc>
              <a:buFont typeface="Arial" panose="020B0604020202020204" pitchFamily="34" charset="0"/>
              <a:buChar char="•"/>
            </a:pPr>
            <a:r>
              <a:rPr lang="en-US" sz="1400" dirty="0"/>
              <a:t>A symptom is what the team observed. In this case, it was suspicious logins and a data export.</a:t>
            </a:r>
          </a:p>
        </p:txBody>
      </p:sp>
      <p:graphicFrame>
        <p:nvGraphicFramePr>
          <p:cNvPr id="3" name="Diagram 2">
            <a:extLst>
              <a:ext uri="{FF2B5EF4-FFF2-40B4-BE49-F238E27FC236}">
                <a16:creationId xmlns:a16="http://schemas.microsoft.com/office/drawing/2014/main" id="{211F3A90-3DBE-75CD-59B3-89BDB4A09AB1}"/>
              </a:ext>
            </a:extLst>
          </p:cNvPr>
          <p:cNvGraphicFramePr/>
          <p:nvPr>
            <p:extLst>
              <p:ext uri="{D42A27DB-BD31-4B8C-83A1-F6EECF244321}">
                <p14:modId xmlns:p14="http://schemas.microsoft.com/office/powerpoint/2010/main" val="1171433718"/>
              </p:ext>
            </p:extLst>
          </p:nvPr>
        </p:nvGraphicFramePr>
        <p:xfrm>
          <a:off x="817901" y="2808514"/>
          <a:ext cx="10452927" cy="33298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ADA864E8-BA7C-4AB7-DE02-64BA7EF013A6}"/>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2888046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101D9-E106-E480-EAB0-7B2CF050021F}"/>
              </a:ext>
            </a:extLst>
          </p:cNvPr>
          <p:cNvSpPr>
            <a:spLocks noGrp="1"/>
          </p:cNvSpPr>
          <p:nvPr>
            <p:ph type="title"/>
          </p:nvPr>
        </p:nvSpPr>
        <p:spPr/>
        <p:txBody>
          <a:bodyPr/>
          <a:lstStyle/>
          <a:p>
            <a:r>
              <a:rPr lang="en-US" sz="3600" dirty="0"/>
              <a:t>RCA Best Practice 1: </a:t>
            </a:r>
            <a:br>
              <a:rPr lang="en-US" dirty="0"/>
            </a:br>
            <a:r>
              <a:rPr lang="en-US" sz="1400" cap="none" dirty="0"/>
              <a:t>Data-driven Investigation</a:t>
            </a:r>
            <a:endParaRPr lang="en-US" sz="1400" dirty="0"/>
          </a:p>
        </p:txBody>
      </p:sp>
      <p:sp>
        <p:nvSpPr>
          <p:cNvPr id="4" name="Content Placeholder 3">
            <a:extLst>
              <a:ext uri="{FF2B5EF4-FFF2-40B4-BE49-F238E27FC236}">
                <a16:creationId xmlns:a16="http://schemas.microsoft.com/office/drawing/2014/main" id="{A12B86E1-43BC-5914-9DD1-FED3AB941C5C}"/>
              </a:ext>
            </a:extLst>
          </p:cNvPr>
          <p:cNvSpPr>
            <a:spLocks noGrp="1"/>
          </p:cNvSpPr>
          <p:nvPr>
            <p:ph sz="quarter" idx="13"/>
          </p:nvPr>
        </p:nvSpPr>
        <p:spPr>
          <a:xfrm>
            <a:off x="6096000" y="2808514"/>
            <a:ext cx="5332828" cy="3248024"/>
          </a:xfrm>
        </p:spPr>
        <p:txBody>
          <a:bodyPr>
            <a:noAutofit/>
          </a:bodyPr>
          <a:lstStyle/>
          <a:p>
            <a:pPr marL="285750" indent="-285750">
              <a:buFont typeface="Arial" panose="020B0604020202020204" pitchFamily="34" charset="0"/>
              <a:buChar char="•"/>
            </a:pPr>
            <a:r>
              <a:rPr lang="en-US" sz="1700" dirty="0"/>
              <a:t>RCA should rely on factual evidence</a:t>
            </a:r>
          </a:p>
          <a:p>
            <a:pPr marL="285750" indent="-285750">
              <a:buFont typeface="Arial" panose="020B0604020202020204" pitchFamily="34" charset="0"/>
              <a:buChar char="•"/>
            </a:pPr>
            <a:r>
              <a:rPr lang="en-US" sz="1700" dirty="0"/>
              <a:t>Investigators should examine logs, reports, security alerts, and system activity to determine what actually happened.</a:t>
            </a:r>
          </a:p>
          <a:p>
            <a:pPr marL="285750" indent="-285750">
              <a:buFont typeface="Arial" panose="020B0604020202020204" pitchFamily="34" charset="0"/>
              <a:buChar char="•"/>
            </a:pPr>
            <a:r>
              <a:rPr lang="en-US" sz="1700" dirty="0"/>
              <a:t>Analyze patterns, anomalies, and possible system vulnerabilities.</a:t>
            </a:r>
          </a:p>
          <a:p>
            <a:pPr marL="285750" indent="-285750">
              <a:buFont typeface="Arial" panose="020B0604020202020204" pitchFamily="34" charset="0"/>
              <a:buChar char="•"/>
            </a:pPr>
            <a:r>
              <a:rPr lang="en-US" sz="1700" dirty="0"/>
              <a:t>Avoid assumptions or guesses</a:t>
            </a:r>
          </a:p>
          <a:p>
            <a:pPr marL="285750" indent="-285750">
              <a:buFont typeface="Arial" panose="020B0604020202020204" pitchFamily="34" charset="0"/>
              <a:buChar char="•"/>
            </a:pPr>
            <a:r>
              <a:rPr lang="en-US" sz="1700" dirty="0"/>
              <a:t>Using data improves the accuracy of RCA findings and leads to more effective corrective actions (</a:t>
            </a:r>
            <a:r>
              <a:rPr lang="en-US" sz="1700" dirty="0" err="1"/>
              <a:t>Rasu</a:t>
            </a:r>
            <a:r>
              <a:rPr lang="en-US" sz="1700" dirty="0"/>
              <a:t>, 2020).</a:t>
            </a:r>
          </a:p>
        </p:txBody>
      </p:sp>
      <p:pic>
        <p:nvPicPr>
          <p:cNvPr id="5" name="Picture 7" descr="A detailed view under a magnifying glass reveals a flowing stream of binary codes, symbolizing the meticulous examination and analysis of digital data. This representation is often used to denote the process of digital forensics, cybersecurity measures, and the careful scrutiny required in handling sensitive digital information. The magnifying glass, placed directly over the binary numbers, focuses attention on the need for clarity and precision in digital investigations.">
            <a:extLst>
              <a:ext uri="{FF2B5EF4-FFF2-40B4-BE49-F238E27FC236}">
                <a16:creationId xmlns:a16="http://schemas.microsoft.com/office/drawing/2014/main" id="{7FF7BCF0-E2B6-FEB4-088D-F843CF026AC1}"/>
              </a:ext>
            </a:extLst>
          </p:cNvPr>
          <p:cNvPicPr>
            <a:picLocks noGrp="1" noChangeAspect="1" noChangeArrowheads="1"/>
          </p:cNvPicPr>
          <p:nvPr>
            <p:ph type="pic" sz="quarter" idx="14"/>
          </p:nvPr>
        </p:nvPicPr>
        <p:blipFill>
          <a:blip r:embed="rId3">
            <a:extLst>
              <a:ext uri="{28A0092B-C50C-407E-A947-70E740481C1C}">
                <a14:useLocalDpi xmlns:a14="http://schemas.microsoft.com/office/drawing/2010/main" val="0"/>
              </a:ext>
            </a:extLst>
          </a:blip>
          <a:srcRect t="14185" b="14185"/>
          <a:stretch>
            <a:fillRect/>
          </a:stretch>
        </p:blipFill>
        <p:spPr bwMode="auto">
          <a:xfrm>
            <a:off x="923925" y="941388"/>
            <a:ext cx="4179888" cy="29940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DAEE3DD6-D82F-B7AA-AA27-FFBC38C16695}"/>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2716508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64A15-E183-BD2E-693F-061E49ADA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C91FBD-078D-930D-3A5E-096C3F041AB6}"/>
              </a:ext>
            </a:extLst>
          </p:cNvPr>
          <p:cNvSpPr>
            <a:spLocks noGrp="1"/>
          </p:cNvSpPr>
          <p:nvPr>
            <p:ph type="title"/>
          </p:nvPr>
        </p:nvSpPr>
        <p:spPr/>
        <p:txBody>
          <a:bodyPr/>
          <a:lstStyle/>
          <a:p>
            <a:r>
              <a:rPr lang="en-US" sz="3600" dirty="0"/>
              <a:t>RCA Best Practices: </a:t>
            </a:r>
            <a:br>
              <a:rPr lang="en-US" dirty="0"/>
            </a:br>
            <a:r>
              <a:rPr lang="en-US" sz="1400" cap="none" dirty="0"/>
              <a:t>Collaboration &amp; Documentation</a:t>
            </a:r>
            <a:endParaRPr lang="en-US" sz="1400" dirty="0"/>
          </a:p>
        </p:txBody>
      </p:sp>
      <p:sp>
        <p:nvSpPr>
          <p:cNvPr id="4" name="Content Placeholder 3">
            <a:extLst>
              <a:ext uri="{FF2B5EF4-FFF2-40B4-BE49-F238E27FC236}">
                <a16:creationId xmlns:a16="http://schemas.microsoft.com/office/drawing/2014/main" id="{54AA0E92-E201-9C29-C9EB-FDDC383160DE}"/>
              </a:ext>
            </a:extLst>
          </p:cNvPr>
          <p:cNvSpPr>
            <a:spLocks noGrp="1"/>
          </p:cNvSpPr>
          <p:nvPr>
            <p:ph sz="quarter" idx="13"/>
          </p:nvPr>
        </p:nvSpPr>
        <p:spPr>
          <a:xfrm>
            <a:off x="6400801" y="2275115"/>
            <a:ext cx="5028028" cy="3781424"/>
          </a:xfrm>
        </p:spPr>
        <p:txBody>
          <a:bodyPr>
            <a:noAutofit/>
          </a:bodyPr>
          <a:lstStyle/>
          <a:p>
            <a:r>
              <a:rPr lang="en-US" sz="1600" b="1" dirty="0"/>
              <a:t>1. Cross-Functional Teams</a:t>
            </a:r>
          </a:p>
          <a:p>
            <a:pPr marL="285750" indent="-285750">
              <a:buFont typeface="Arial" panose="020B0604020202020204" pitchFamily="34" charset="0"/>
              <a:buChar char="•"/>
            </a:pPr>
            <a:r>
              <a:rPr lang="en-US" sz="1600" dirty="0"/>
              <a:t>Involve experts from different departments such as IT, security, and management.</a:t>
            </a:r>
          </a:p>
          <a:p>
            <a:pPr marL="285750" indent="-285750">
              <a:buFont typeface="Arial" panose="020B0604020202020204" pitchFamily="34" charset="0"/>
              <a:buChar char="•"/>
            </a:pPr>
            <a:r>
              <a:rPr lang="en-US" sz="1600" dirty="0"/>
              <a:t>Multiple perspectives help identify technical and organizational causes of incidents (</a:t>
            </a:r>
            <a:r>
              <a:rPr lang="en-US" sz="1600" dirty="0" err="1"/>
              <a:t>Rasu</a:t>
            </a:r>
            <a:r>
              <a:rPr lang="en-US" sz="1600" dirty="0"/>
              <a:t>, 2020).</a:t>
            </a:r>
          </a:p>
          <a:p>
            <a:r>
              <a:rPr lang="en-US" sz="1600" b="1" dirty="0"/>
              <a:t>2. Documentation &amp; Knowledge Sharing</a:t>
            </a:r>
          </a:p>
          <a:p>
            <a:pPr marL="285750" indent="-285750">
              <a:buFont typeface="Arial" panose="020B0604020202020204" pitchFamily="34" charset="0"/>
              <a:buChar char="•"/>
            </a:pPr>
            <a:r>
              <a:rPr lang="en-US" sz="1600" dirty="0"/>
              <a:t>Organizations should document investigation steps, findings, and corrective actions.</a:t>
            </a:r>
          </a:p>
          <a:p>
            <a:pPr marL="285750" indent="-285750">
              <a:buFont typeface="Arial" panose="020B0604020202020204" pitchFamily="34" charset="0"/>
              <a:buChar char="•"/>
            </a:pPr>
            <a:r>
              <a:rPr lang="en-US" sz="1600" dirty="0"/>
              <a:t>Documentation helps prevent future incidents</a:t>
            </a:r>
          </a:p>
        </p:txBody>
      </p:sp>
      <p:pic>
        <p:nvPicPr>
          <p:cNvPr id="5" name="Picture 7">
            <a:extLst>
              <a:ext uri="{FF2B5EF4-FFF2-40B4-BE49-F238E27FC236}">
                <a16:creationId xmlns:a16="http://schemas.microsoft.com/office/drawing/2014/main" id="{507106A0-DD9D-FF52-EECD-2924A55BC811}"/>
              </a:ext>
            </a:extLst>
          </p:cNvPr>
          <p:cNvPicPr>
            <a:picLocks noGrp="1" noChangeAspect="1" noChangeArrowheads="1"/>
          </p:cNvPicPr>
          <p:nvPr>
            <p:ph type="pic" sz="quarter" idx="14"/>
          </p:nvPr>
        </p:nvPicPr>
        <p:blipFill>
          <a:blip r:embed="rId3">
            <a:extLst>
              <a:ext uri="{28A0092B-C50C-407E-A947-70E740481C1C}">
                <a14:useLocalDpi xmlns:a14="http://schemas.microsoft.com/office/drawing/2010/main" val="0"/>
              </a:ext>
            </a:extLst>
          </a:blip>
          <a:srcRect t="9634" b="9634"/>
          <a:stretch/>
        </p:blipFill>
        <p:spPr bwMode="auto">
          <a:xfrm>
            <a:off x="923925" y="941388"/>
            <a:ext cx="4179888" cy="29940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956FE99-5721-5CFC-EA5C-240671FD39A7}"/>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3606327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6D6B4-75AD-7BDB-A460-70C4E1C74B9F}"/>
              </a:ext>
            </a:extLst>
          </p:cNvPr>
          <p:cNvSpPr>
            <a:spLocks noGrp="1"/>
          </p:cNvSpPr>
          <p:nvPr>
            <p:ph type="title"/>
          </p:nvPr>
        </p:nvSpPr>
        <p:spPr>
          <a:xfrm>
            <a:off x="815390" y="826903"/>
            <a:ext cx="7342307" cy="1133856"/>
          </a:xfrm>
        </p:spPr>
        <p:txBody>
          <a:bodyPr/>
          <a:lstStyle/>
          <a:p>
            <a:r>
              <a:rPr lang="en-US" dirty="0"/>
              <a:t>REFERENCES</a:t>
            </a:r>
          </a:p>
        </p:txBody>
      </p:sp>
      <p:pic>
        <p:nvPicPr>
          <p:cNvPr id="7" name="Picture Placeholder 6">
            <a:extLst>
              <a:ext uri="{FF2B5EF4-FFF2-40B4-BE49-F238E27FC236}">
                <a16:creationId xmlns:a16="http://schemas.microsoft.com/office/drawing/2014/main" id="{0CB7D8EA-7AEA-B917-6086-3FA17015B460}"/>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19382" b="19382"/>
          <a:stretch/>
        </p:blipFill>
        <p:spPr>
          <a:xfrm>
            <a:off x="1" y="4495800"/>
            <a:ext cx="12191999" cy="2362200"/>
          </a:xfrm>
        </p:spPr>
      </p:pic>
      <p:sp>
        <p:nvSpPr>
          <p:cNvPr id="4" name="Content Placeholder 3">
            <a:extLst>
              <a:ext uri="{FF2B5EF4-FFF2-40B4-BE49-F238E27FC236}">
                <a16:creationId xmlns:a16="http://schemas.microsoft.com/office/drawing/2014/main" id="{EACE94D5-1D06-7CEC-5305-F36719FDB27D}"/>
              </a:ext>
            </a:extLst>
          </p:cNvPr>
          <p:cNvSpPr>
            <a:spLocks noGrp="1"/>
          </p:cNvSpPr>
          <p:nvPr>
            <p:ph sz="quarter" idx="13"/>
          </p:nvPr>
        </p:nvSpPr>
        <p:spPr>
          <a:xfrm>
            <a:off x="815390" y="1698172"/>
            <a:ext cx="10467653" cy="2064754"/>
          </a:xfrm>
        </p:spPr>
        <p:txBody>
          <a:bodyPr>
            <a:normAutofit fontScale="92500" lnSpcReduction="10000"/>
          </a:bodyPr>
          <a:lstStyle/>
          <a:p>
            <a:pPr marL="457200" indent="-457200"/>
            <a:r>
              <a:rPr lang="en-US" dirty="0"/>
              <a:t>Kent, K., Chevalier, S., Grance, T., &amp; Dang, H. (2006). Guide to integrating forensic techniques into incident response (NIST SP 800-86). </a:t>
            </a:r>
            <a:r>
              <a:rPr lang="en-US" i="1" dirty="0"/>
              <a:t>National Institute of Standards and Technology</a:t>
            </a:r>
            <a:r>
              <a:rPr lang="en-US" dirty="0"/>
              <a:t>. </a:t>
            </a:r>
            <a:r>
              <a:rPr lang="en-US" dirty="0">
                <a:hlinkClick r:id="rId3"/>
              </a:rPr>
              <a:t>https://nvlpubs.nist.gov/nistpubs/Legacy/SP/nistspecialpublication800-86.pdf</a:t>
            </a:r>
            <a:endParaRPr lang="en-US" dirty="0"/>
          </a:p>
          <a:p>
            <a:pPr marL="457200" indent="-457200"/>
            <a:r>
              <a:rPr lang="en-US" dirty="0" err="1"/>
              <a:t>Rasu</a:t>
            </a:r>
            <a:r>
              <a:rPr lang="en-US" dirty="0"/>
              <a:t>, S. (2020). Root cause analysis: Techniques and best practices for current product improvement which can be implemented in new product design.</a:t>
            </a:r>
          </a:p>
          <a:p>
            <a:pPr marL="457200" indent="-457200"/>
            <a:r>
              <a:rPr lang="en-US" dirty="0"/>
              <a:t>Rooney, J. J., &amp; Heuvel, L. V. (2004). Root cause analysis for beginners. Quality progress, 37(7), 45-56. </a:t>
            </a:r>
            <a:r>
              <a:rPr lang="en-US" dirty="0">
                <a:hlinkClick r:id="rId4"/>
              </a:rPr>
              <a:t>https://ldh.la.gov/assets/medicaid/hss/docs/NH/RootCauseForBeginners.pdf</a:t>
            </a:r>
            <a:r>
              <a:rPr lang="en-US" dirty="0"/>
              <a:t> </a:t>
            </a:r>
          </a:p>
          <a:p>
            <a:pPr marL="457200" indent="-457200"/>
            <a:endParaRPr lang="en-US" dirty="0"/>
          </a:p>
        </p:txBody>
      </p:sp>
      <p:sp>
        <p:nvSpPr>
          <p:cNvPr id="6" name="Rectangle 5">
            <a:extLst>
              <a:ext uri="{FF2B5EF4-FFF2-40B4-BE49-F238E27FC236}">
                <a16:creationId xmlns:a16="http://schemas.microsoft.com/office/drawing/2014/main" id="{03EF555F-CA86-ECF0-730C-180AB1E99BE5}"/>
              </a:ext>
            </a:extLst>
          </p:cNvPr>
          <p:cNvSpPr/>
          <p:nvPr/>
        </p:nvSpPr>
        <p:spPr>
          <a:xfrm>
            <a:off x="0" y="6597446"/>
            <a:ext cx="4100052" cy="260554"/>
          </a:xfrm>
          <a:prstGeom prst="rect">
            <a:avLst/>
          </a:prstGeom>
          <a:solidFill>
            <a:schemeClr val="tx2">
              <a:lumMod val="90000"/>
              <a:lumOff val="10000"/>
            </a:schemeClr>
          </a:solidFill>
          <a:ln w="38100">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2">
                    <a:lumMod val="10000"/>
                    <a:lumOff val="90000"/>
                  </a:schemeClr>
                </a:solidFill>
              </a:rPr>
              <a:t>ANNUAL REGIONAL CONFERENCE OF STEM EDUCATORS</a:t>
            </a:r>
          </a:p>
        </p:txBody>
      </p:sp>
    </p:spTree>
    <p:extLst>
      <p:ext uri="{BB962C8B-B14F-4D97-AF65-F5344CB8AC3E}">
        <p14:creationId xmlns:p14="http://schemas.microsoft.com/office/powerpoint/2010/main" val="2576263478"/>
      </p:ext>
    </p:extLst>
  </p:cSld>
  <p:clrMapOvr>
    <a:masterClrMapping/>
  </p:clrMapOvr>
</p:sld>
</file>

<file path=ppt/theme/theme1.xml><?xml version="1.0" encoding="utf-8"?>
<a:theme xmlns:a="http://schemas.openxmlformats.org/drawingml/2006/main" name="Epic Nature">
  <a:themeElements>
    <a:clrScheme name="Finance Presentation">
      <a:dk1>
        <a:srgbClr val="000000"/>
      </a:dk1>
      <a:lt1>
        <a:srgbClr val="FFFFFF"/>
      </a:lt1>
      <a:dk2>
        <a:srgbClr val="0E2841"/>
      </a:dk2>
      <a:lt2>
        <a:srgbClr val="E8E8E8"/>
      </a:lt2>
      <a:accent1>
        <a:srgbClr val="D0C262"/>
      </a:accent1>
      <a:accent2>
        <a:srgbClr val="FEB8B8"/>
      </a:accent2>
      <a:accent3>
        <a:srgbClr val="6B2138"/>
      </a:accent3>
      <a:accent4>
        <a:srgbClr val="FC5316"/>
      </a:accent4>
      <a:accent5>
        <a:srgbClr val="B7D9FE"/>
      </a:accent5>
      <a:accent6>
        <a:srgbClr val="263343"/>
      </a:accent6>
      <a:hlink>
        <a:srgbClr val="467886"/>
      </a:hlink>
      <a:folHlink>
        <a:srgbClr val="96607D"/>
      </a:folHlink>
    </a:clrScheme>
    <a:fontScheme name="B&amp;W Minimalist Drama">
      <a:majorFont>
        <a:latin typeface="Poppins"/>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W minimalist finance presentation_win32_DN_v2" id="{992472E5-D41A-4065-A484-868BE56B4712}" vid="{4BE192B5-7531-40E5-BCC9-1BA14634D2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DD590A-8042-4F36-843F-743A8DB1784C}">
  <ds:schemaRefs>
    <ds:schemaRef ds:uri="http://schemas.microsoft.com/sharepoint/v3/contenttype/forms"/>
  </ds:schemaRefs>
</ds:datastoreItem>
</file>

<file path=customXml/itemProps2.xml><?xml version="1.0" encoding="utf-8"?>
<ds:datastoreItem xmlns:ds="http://schemas.openxmlformats.org/officeDocument/2006/customXml" ds:itemID="{5C4B9AF2-5B11-48FF-A8A8-964B2D972562}">
  <ds:schemaRefs>
    <ds:schemaRef ds:uri="230e9df3-be65-4c73-a93b-d1236ebd677e"/>
    <ds:schemaRef ds:uri="http://www.w3.org/XML/1998/namespace"/>
    <ds:schemaRef ds:uri="http://schemas.microsoft.com/sharepoint/v3"/>
    <ds:schemaRef ds:uri="http://purl.org/dc/dcmitype/"/>
    <ds:schemaRef ds:uri="http://schemas.microsoft.com/office/2006/documentManagement/types"/>
    <ds:schemaRef ds:uri="http://schemas.microsoft.com/office/infopath/2007/PartnerControls"/>
    <ds:schemaRef ds:uri="16c05727-aa75-4e4a-9b5f-8a80a1165891"/>
    <ds:schemaRef ds:uri="http://schemas.openxmlformats.org/package/2006/metadata/core-properties"/>
    <ds:schemaRef ds:uri="http://purl.org/dc/elements/1.1/"/>
    <ds:schemaRef ds:uri="71af3243-3dd4-4a8d-8c0d-dd76da1f02a5"/>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93D3C292-02F4-47E7-8C9A-CA6D9A93815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B&amp;W minimalist finance presentation</Template>
  <TotalTime>319</TotalTime>
  <Words>2864</Words>
  <Application>Microsoft Office PowerPoint</Application>
  <PresentationFormat>Widescreen</PresentationFormat>
  <Paragraphs>177</Paragraphs>
  <Slides>14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Poppins</vt:lpstr>
      <vt:lpstr>Poppins Light</vt:lpstr>
      <vt:lpstr>Wingdings</vt:lpstr>
      <vt:lpstr>Epic Nature</vt:lpstr>
      <vt:lpstr>Anatomy of Incident Response and Root Cause Analysis</vt:lpstr>
      <vt:lpstr>Why incident response and forensics matter</vt:lpstr>
      <vt:lpstr>Fictional incident a school district data breach</vt:lpstr>
      <vt:lpstr>Digital Forensics Investigation Steps</vt:lpstr>
      <vt:lpstr>Steps 1-2: recognize and report the incident</vt:lpstr>
      <vt:lpstr>Steps 3-4: scope the problem and secure the scene</vt:lpstr>
      <vt:lpstr>Steps 5-6: identify relevant evidence and  preserve originals</vt:lpstr>
      <vt:lpstr>Steps 7-8: collect the data and document every action</vt:lpstr>
      <vt:lpstr>Steps 9-10: examine artifacts and analyze what they mean</vt:lpstr>
      <vt:lpstr>Steps 11-12: report findings and prepare for  legal review</vt:lpstr>
      <vt:lpstr>Root cause analysis</vt:lpstr>
      <vt:lpstr>RCA Best Practice 1:  Data-driven Investigation</vt:lpstr>
      <vt:lpstr>RCA Best Practices:  Collaboration &amp; Documentation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167</cp:revision>
  <dcterms:created xsi:type="dcterms:W3CDTF">2026-03-14T02:50:06Z</dcterms:created>
  <dcterms:modified xsi:type="dcterms:W3CDTF">2026-09-29T07:07:59Z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