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7" r:id="rId19"/>
    <p:sldId id="281" r:id="rId20"/>
    <p:sldId id="286" r:id="rId21"/>
    <p:sldId id="287" r:id="rId22"/>
    <p:sldId id="288" r:id="rId23"/>
  </p:sldIdLst>
  <p:sldSz cx="9144000" cy="5143500" type="screen16x9"/>
  <p:notesSz cx="6858000" cy="9144000"/>
  <p:embeddedFontLst>
    <p:embeddedFont>
      <p:font typeface="Bevan" panose="020B0604020202020204" charset="0"/>
      <p:regular r:id="rId25"/>
      <p:italic r:id="rId26"/>
    </p:embeddedFont>
    <p:embeddedFont>
      <p:font typeface="Inter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93" d="100"/>
          <a:sy n="93" d="100"/>
        </p:scale>
        <p:origin x="109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699cc6622c8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699cc6622c8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699cc6623e1d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699cc6623e1d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699cc66250c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699cc66250c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699cc66250f5b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699cc66250f5b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699cc66265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699cc662658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699cc66283e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699cc66283e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699cc6629f11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699cc6629f11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699cc662b40cb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699cc662b40cb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699cc662e8c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699cc662e8c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699cc66318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699cc66318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699cc66341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699cc66341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699cc66367ba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699cc66367ba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699cc66390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699cc66390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699cc663ac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699cc663ac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699cc663bcfd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699cc663bcfd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699cc663d092a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699cc663d092a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699cc663e4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699cc663e48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699cc66409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699cc66409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699cc6640c3d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699cc6640c3d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699cc66453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699cc66453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699cc66494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699cc66494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699cc664bd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699cc664bd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260" y="74295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914900" y="1371600"/>
            <a:ext cx="38292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3250" b="1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The Process of Meiosis</a:t>
            </a:r>
            <a:endParaRPr sz="3250" b="1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How Cells Create Unique Life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Why Do We Need Meiosis?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57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Purpose of Sexual Reproduction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If sperm and egg cells were normal body cells, a baby would have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twice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the necessary chromosomes!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Solution: Reduction Division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Meiosis ensures gametes have exactly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half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the chromosomes. When they combine during fertilization, the correct number is restored.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Humans: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46 → 23 → 46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Genetic diversity and species survival.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Mitosis vs. Meiosis: A Quick Recap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85750" y="800100"/>
            <a:ext cx="41721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Mitosis (Growth &amp; Repair)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Make identical copies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Divisions: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1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Daughter Cells: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2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Chromosome Number: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Remains Diploid (2n)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Genetics: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Clones of parent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686300" y="800100"/>
            <a:ext cx="41721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Meiosis (Reproduction)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Make gametes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Divisions: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2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Daughter Cells: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4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Chromosome Number: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Halved to Haploid (n)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Genetics: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Genetically unique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486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714750" y="171450"/>
            <a:ext cx="5143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3250" b="1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The Big Picture: Two Rounds</a:t>
            </a:r>
            <a:endParaRPr sz="3250" b="1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Meiosis isn't just one long division; it's a double feature!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Meiosis I: Separation of Homologues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Homologous chromosomes (matching pairs from mom and dad) separate. This is where the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chromosome number is cut in half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Meiosis II: Separation of Sister Chromatids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Sister chromatids split apart. This looks just like mitosis, but it starts with haploid cells.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914400"/>
            <a:ext cx="8378190" cy="2297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True or False ✅​  ❌​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822960" y="1143000"/>
            <a:ext cx="7372500" cy="15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80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Mitosis produces four genetically unique cells, while meiosis produces two identical cells.</a:t>
            </a:r>
            <a:endParaRPr sz="1800">
              <a:solidFill>
                <a:srgbClr val="04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2571750" y="2857500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3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👍</a:t>
            </a:r>
            <a:r>
              <a:rPr lang="en" sz="3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  <a:endParaRPr sz="3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2571750" y="3429000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 b="1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endParaRPr sz="2000" b="1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857750" y="2857500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3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👎</a:t>
            </a:r>
            <a:r>
              <a:rPr lang="en" sz="3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  <a:endParaRPr sz="3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857750" y="3429000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 b="1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sz="2000" b="1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743450" y="4389120"/>
            <a:ext cx="3966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Answers on the next slide...</a:t>
            </a:r>
            <a:endParaRPr sz="1600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914400"/>
            <a:ext cx="8378190" cy="229743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True or False ✅​  ❌​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822960" y="1143000"/>
            <a:ext cx="7372500" cy="15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80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Mitosis produces four genetically unique cells, while meiosis produces two identical cells.</a:t>
            </a:r>
            <a:endParaRPr sz="1800">
              <a:solidFill>
                <a:srgbClr val="04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8366760" y="3429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3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✅​</a:t>
            </a:r>
            <a:endParaRPr sz="3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714750" y="2857500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3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👎</a:t>
            </a:r>
            <a:r>
              <a:rPr lang="en" sz="3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  <a:endParaRPr sz="3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3714750" y="3429000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 b="1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sz="2000" b="1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571500" y="4000500"/>
            <a:ext cx="8001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8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Actually, it's the reverse! Mitosis produces two identical cells for growth. Meiosis produces four unique cells for reproduction.</a:t>
            </a:r>
            <a:endParaRPr sz="18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Before We Begin: Interphase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2857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Just like mitosis, the cell must prepare before dividing.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S Phase (Synthesis)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cell replicates its DNA. Each chromosome now consists of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two identical sister chromatids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joined at the centromere.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Important Note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After this, the cell is still diploid (2n), but it has double the amount of DNA. It is ready for Meiosis I.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800100"/>
            <a:ext cx="857250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Overview of the Two Divisions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486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3714750" y="171450"/>
            <a:ext cx="5143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3250" b="1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Meiosis I: Prophase I</a:t>
            </a:r>
            <a:endParaRPr sz="3250" b="1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This is the longest and most complex phase.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Synapsis &amp; Crossing Over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Homologous chromosomes pair up (synapsis). They physically exchange sections of DNA (crossing over).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Why this matters: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This is the primary source of genetic variation! You are a mix of your parents' DNA because of this step.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Meiosis I: Metaphase I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2857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Alignment at the Equator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Homologous pairs line up side-by-side along the metaphase plate.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Independent Assortment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orientation of each pair is random. Which chromosome faces the "left" or "right" is determined by chance.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This random shuffling creates countless possible combinations in the gametes.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Meiosis I: Anaphase I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42862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Separation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homologous chromosomes separate and move toward opposite poles of the cell.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Crucial Detail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Sister chromatids stay attached.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Unlike mitosis, the centromeres do </a:t>
            </a:r>
            <a:r>
              <a:rPr lang="en" sz="1600" i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split yet. The cell is reducing its chromosome count now.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Meiosis I: Telophase I &amp; Cytokinesis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2857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Two New Cells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chromosomes arrive at the poles. The nuclear membrane reforms, and the cell divides (cytokinesis).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Result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We now have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two haploid cells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Even though they are haploid (n), each chromosome still consists of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two sister chromatids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486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/>
        </p:nvSpPr>
        <p:spPr>
          <a:xfrm>
            <a:off x="3714750" y="171450"/>
            <a:ext cx="5143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3250" b="1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Meiosis II: The Second Round</a:t>
            </a:r>
            <a:endParaRPr sz="3250" b="1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No DNA replication occurs between Meiosis I and II!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Mechanics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Meiosis II is essentially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mitosis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happening in two haploid cells.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Goal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To separate the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sister chromatids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. This ensures each gamete gets only one copy of each chromosome.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Meiosis II: Prophase II &amp; Metaphase II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2857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Prophase II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Chromosomes condense again, and spindle fibers reform in both cells.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Metaphase II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Chromosomes line up individually along the metaphase plate in a single line.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Note: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This looks similar to Metaphase in mitosis.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Meiosis II: Anaphase II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42862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Finally, the Split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centromeres split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. The sister chromatids separate and move to opposite poles.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Now they are considered individual chromosomes.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This step ensures that every resulting gamete has the correct genetic payload.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0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Meiosis II: Telophase II &amp; Cytokinesis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2857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Grand Finale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Nuclear membranes form around the four sets of chromosomes.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Final Product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Cytokinesis divides the cytoplasm.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Four genetically unique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haploid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gametes.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800100"/>
            <a:ext cx="857250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Visualizing the Complete Process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Sources of Genetic Variation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285750" y="800100"/>
            <a:ext cx="41721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1. Crossing Over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Occurs in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Prophase I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Homologous chromosomes swap DNA segments.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Creates new combinations of genes on a single chromosome.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Think of it as shuffling two decks of cards together.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4686300" y="800100"/>
            <a:ext cx="41721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2. Independent Assortment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Occurs in </a:t>
            </a: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Metaphase I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Pairs align randomly.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23 pairs can align in over 8 million different combinations!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Ensures siblings look different (unless they are identical twins).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8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Spermatogenesis vs. Oogenesis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42862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Meiosis looks slightly different in males and females.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Spermatogenesis (Males)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Occurs continuously after puberty.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4 equal-sized, functional sperm cells.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Oogenesis (Females)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Begins before birth, pauses, and finishes at ovulation.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1 large egg + 3 small polar bodies (which disintegrate). The egg gets most of the cytoplasm.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3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Discuss! 🤷‍♀️​ 💁‍♂️​ </a:t>
            </a:r>
            <a:r>
              <a:rPr lang="en" sz="29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💬​</a:t>
            </a:r>
            <a:endParaRPr sz="29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43"/>
          <p:cNvSpPr txBox="1"/>
          <p:nvPr/>
        </p:nvSpPr>
        <p:spPr>
          <a:xfrm>
            <a:off x="4297680" y="1828800"/>
            <a:ext cx="37263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Critical Thinking</a:t>
            </a:r>
            <a:endParaRPr sz="2000" b="1">
              <a:solidFill>
                <a:srgbClr val="040F0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If meiosis produced diploid gametes instead of haploid ones, what would happen to the chromosome count in a species over just three generations?</a:t>
            </a:r>
            <a:endParaRPr sz="1600">
              <a:solidFill>
                <a:srgbClr val="04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4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Discuss! 🤷‍♀️​ 💁‍♂️​ </a:t>
            </a:r>
            <a:r>
              <a:rPr lang="en" sz="29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💬​</a:t>
            </a:r>
            <a:endParaRPr sz="29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44"/>
          <p:cNvSpPr txBox="1"/>
          <p:nvPr/>
        </p:nvSpPr>
        <p:spPr>
          <a:xfrm>
            <a:off x="982980" y="1657350"/>
            <a:ext cx="70410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You might have said...</a:t>
            </a:r>
            <a:endParaRPr sz="1600" b="1" dirty="0">
              <a:solidFill>
                <a:srgbClr val="040F0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 dirty="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Chromosome count doubles each generation (46-&gt;92-&gt;184-&gt;368), </a:t>
            </a:r>
          </a:p>
          <a:p>
            <a:pPr marL="0" lvl="0" indent="0" algn="ctr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00" dirty="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" sz="160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hich cannot sustain life .</a:t>
            </a:r>
            <a:endParaRPr sz="1600" dirty="0">
              <a:solidFill>
                <a:srgbClr val="04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4" name="Google Shape;324;p44"/>
          <p:cNvSpPr txBox="1"/>
          <p:nvPr/>
        </p:nvSpPr>
        <p:spPr>
          <a:xfrm>
            <a:off x="8366760" y="3429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3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✅​</a:t>
            </a:r>
            <a:endParaRPr sz="3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7850" y="0"/>
            <a:ext cx="3486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5"/>
          <p:cNvSpPr txBox="1"/>
          <p:nvPr/>
        </p:nvSpPr>
        <p:spPr>
          <a:xfrm>
            <a:off x="285750" y="171450"/>
            <a:ext cx="5143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3250" b="1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Summary: The Beauty of Meiosis</a:t>
            </a:r>
            <a:endParaRPr sz="3250" b="1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5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 sz="2150" b="1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Reduction: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Meiosis I reduces chromosome number by half (2n → n).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Division: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Meiosis II separates sister chromatids.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Four genetically unique haploid cells.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" sz="1600" b="1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Significance:</a:t>
            </a: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Essential for sexual reproduction and maintaining stable chromosome numbers across generations.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You are unique because of this process!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</Words>
  <Application>Microsoft Office PowerPoint</Application>
  <PresentationFormat>On-screen Show (16:9)</PresentationFormat>
  <Paragraphs>128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Bevan</vt:lpstr>
      <vt:lpstr>Arial</vt:lpstr>
      <vt:lpstr>Inter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2026-05-13T05:19:33Z</dcterms:modified>
</cp:coreProperties>
</file>